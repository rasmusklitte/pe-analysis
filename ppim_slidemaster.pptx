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6" r:id="rId4"/>
  </p:sldMasterIdLst>
  <p:notesMasterIdLst>
    <p:notesMasterId r:id="rId11"/>
  </p:notesMasterIdLst>
  <p:handoutMasterIdLst>
    <p:handoutMasterId r:id="rId12"/>
  </p:handoutMasterIdLst>
  <p:sldIdLst>
    <p:sldId id="417" r:id="rId5"/>
    <p:sldId id="429" r:id="rId6"/>
    <p:sldId id="430" r:id="rId7"/>
    <p:sldId id="431" r:id="rId8"/>
    <p:sldId id="432" r:id="rId9"/>
    <p:sldId id="424" r:id="rId10"/>
  </p:sldIdLst>
  <p:sldSz cx="10691813" cy="6011863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30" userDrawn="1">
          <p15:clr>
            <a:srgbClr val="A4A3A4"/>
          </p15:clr>
        </p15:guide>
        <p15:guide id="2" pos="5092" userDrawn="1">
          <p15:clr>
            <a:srgbClr val="A4A3A4"/>
          </p15:clr>
        </p15:guide>
        <p15:guide id="3" orient="horz" pos="271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k Iversen" initials="MI" lastIdx="4" clrIdx="0">
    <p:extLst>
      <p:ext uri="{19B8F6BF-5375-455C-9EA6-DF929625EA0E}">
        <p15:presenceInfo xmlns:p15="http://schemas.microsoft.com/office/powerpoint/2012/main" userId="S-1-5-21-1724592431-3588942217-342108644-1001" providerId="AD"/>
      </p:ext>
    </p:extLst>
  </p:cmAuthor>
  <p:cmAuthor id="2" name="Mark Iversen" initials="MI [2]" lastIdx="11" clrIdx="1">
    <p:extLst>
      <p:ext uri="{19B8F6BF-5375-455C-9EA6-DF929625EA0E}">
        <p15:presenceInfo xmlns:p15="http://schemas.microsoft.com/office/powerpoint/2012/main" userId="S::mi@radiant.dk::7cabe9ab-c691-480e-b32f-84bfb80117c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EFE5"/>
    <a:srgbClr val="5C5F4A"/>
    <a:srgbClr val="006600"/>
    <a:srgbClr val="262626"/>
    <a:srgbClr val="619DD1"/>
    <a:srgbClr val="1A5F57"/>
    <a:srgbClr val="6F91A7"/>
    <a:srgbClr val="D9D9D9"/>
    <a:srgbClr val="00529B"/>
    <a:srgbClr val="0053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emlayout 2 - Marker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0" autoAdjust="0"/>
    <p:restoredTop sz="95442" autoAdjust="0"/>
  </p:normalViewPr>
  <p:slideViewPr>
    <p:cSldViewPr snapToGrid="0">
      <p:cViewPr varScale="1">
        <p:scale>
          <a:sx n="172" d="100"/>
          <a:sy n="172" d="100"/>
        </p:scale>
        <p:origin x="630" y="144"/>
      </p:cViewPr>
      <p:guideLst>
        <p:guide orient="horz" pos="2030"/>
        <p:guide pos="5092"/>
        <p:guide orient="horz" pos="271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01" d="100"/>
          <a:sy n="101" d="100"/>
        </p:scale>
        <p:origin x="2814" y="12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>
            <a:extLst>
              <a:ext uri="{FF2B5EF4-FFF2-40B4-BE49-F238E27FC236}">
                <a16:creationId xmlns:a16="http://schemas.microsoft.com/office/drawing/2014/main" id="{23C99E3B-D535-3EE9-4061-4641204DD69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6189" cy="49823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AF02A97A-3341-2333-A6F3-F843FB18EAC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9899" y="0"/>
            <a:ext cx="2946189" cy="49823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B0DF6B-F186-4F1E-BC8A-3DE7DFAE8D10}" type="datetimeFigureOut">
              <a:rPr lang="da-DK" smtClean="0"/>
              <a:t>01-04-2026</a:t>
            </a:fld>
            <a:endParaRPr lang="da-DK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9CD8F2B1-F5C0-B0F6-3D6B-A225874952D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1" y="9428403"/>
            <a:ext cx="2946189" cy="49823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DB3B0934-8E75-0972-11D8-45CFDD4BF8F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9899" y="9428403"/>
            <a:ext cx="2946189" cy="49823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21608A-CCEC-4B00-8F9A-4BF8AB4A81F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459841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7" y="8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51" y="8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CBBEDC-CB67-4B5C-9D0B-333E6277102D}" type="datetimeFigureOut">
              <a:rPr lang="da-DK" smtClean="0"/>
              <a:t>01-04-2026</a:t>
            </a:fld>
            <a:endParaRPr lang="da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41425"/>
            <a:ext cx="595630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202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7" y="9428591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51" y="9428591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A0BE2B-A3BA-47D9-A68B-3EF11F291223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529599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01746" rtl="0" eaLnBrk="1" latinLnBrk="0" hangingPunct="1">
      <a:defRPr sz="1052" kern="1200">
        <a:solidFill>
          <a:schemeClr val="tx1"/>
        </a:solidFill>
        <a:latin typeface="+mn-lt"/>
        <a:ea typeface="+mn-ea"/>
        <a:cs typeface="+mn-cs"/>
      </a:defRPr>
    </a:lvl1pPr>
    <a:lvl2pPr marL="400873" algn="l" defTabSz="801746" rtl="0" eaLnBrk="1" latinLnBrk="0" hangingPunct="1">
      <a:defRPr sz="1052" kern="1200">
        <a:solidFill>
          <a:schemeClr val="tx1"/>
        </a:solidFill>
        <a:latin typeface="+mn-lt"/>
        <a:ea typeface="+mn-ea"/>
        <a:cs typeface="+mn-cs"/>
      </a:defRPr>
    </a:lvl2pPr>
    <a:lvl3pPr marL="801746" algn="l" defTabSz="801746" rtl="0" eaLnBrk="1" latinLnBrk="0" hangingPunct="1">
      <a:defRPr sz="1052" kern="1200">
        <a:solidFill>
          <a:schemeClr val="tx1"/>
        </a:solidFill>
        <a:latin typeface="+mn-lt"/>
        <a:ea typeface="+mn-ea"/>
        <a:cs typeface="+mn-cs"/>
      </a:defRPr>
    </a:lvl3pPr>
    <a:lvl4pPr marL="1202619" algn="l" defTabSz="801746" rtl="0" eaLnBrk="1" latinLnBrk="0" hangingPunct="1">
      <a:defRPr sz="1052" kern="1200">
        <a:solidFill>
          <a:schemeClr val="tx1"/>
        </a:solidFill>
        <a:latin typeface="+mn-lt"/>
        <a:ea typeface="+mn-ea"/>
        <a:cs typeface="+mn-cs"/>
      </a:defRPr>
    </a:lvl4pPr>
    <a:lvl5pPr marL="1603492" algn="l" defTabSz="801746" rtl="0" eaLnBrk="1" latinLnBrk="0" hangingPunct="1">
      <a:defRPr sz="1052" kern="1200">
        <a:solidFill>
          <a:schemeClr val="tx1"/>
        </a:solidFill>
        <a:latin typeface="+mn-lt"/>
        <a:ea typeface="+mn-ea"/>
        <a:cs typeface="+mn-cs"/>
      </a:defRPr>
    </a:lvl5pPr>
    <a:lvl6pPr marL="2004365" algn="l" defTabSz="801746" rtl="0" eaLnBrk="1" latinLnBrk="0" hangingPunct="1">
      <a:defRPr sz="1052" kern="1200">
        <a:solidFill>
          <a:schemeClr val="tx1"/>
        </a:solidFill>
        <a:latin typeface="+mn-lt"/>
        <a:ea typeface="+mn-ea"/>
        <a:cs typeface="+mn-cs"/>
      </a:defRPr>
    </a:lvl6pPr>
    <a:lvl7pPr marL="2405238" algn="l" defTabSz="801746" rtl="0" eaLnBrk="1" latinLnBrk="0" hangingPunct="1">
      <a:defRPr sz="1052" kern="1200">
        <a:solidFill>
          <a:schemeClr val="tx1"/>
        </a:solidFill>
        <a:latin typeface="+mn-lt"/>
        <a:ea typeface="+mn-ea"/>
        <a:cs typeface="+mn-cs"/>
      </a:defRPr>
    </a:lvl7pPr>
    <a:lvl8pPr marL="2806111" algn="l" defTabSz="801746" rtl="0" eaLnBrk="1" latinLnBrk="0" hangingPunct="1">
      <a:defRPr sz="1052" kern="1200">
        <a:solidFill>
          <a:schemeClr val="tx1"/>
        </a:solidFill>
        <a:latin typeface="+mn-lt"/>
        <a:ea typeface="+mn-ea"/>
        <a:cs typeface="+mn-cs"/>
      </a:defRPr>
    </a:lvl8pPr>
    <a:lvl9pPr marL="3206984" algn="l" defTabSz="801746" rtl="0" eaLnBrk="1" latinLnBrk="0" hangingPunct="1">
      <a:defRPr sz="105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orside_Produ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lede 5" descr="Et billede, der indeholder træ, plante, udendørs, piletræ&#10;&#10;Automatisk genereret beskrivelse">
            <a:extLst>
              <a:ext uri="{FF2B5EF4-FFF2-40B4-BE49-F238E27FC236}">
                <a16:creationId xmlns:a16="http://schemas.microsoft.com/office/drawing/2014/main" id="{31EC8DED-0FD6-0054-4EA6-8530585BF1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85" t="10922" r="2694"/>
          <a:stretch/>
        </p:blipFill>
        <p:spPr>
          <a:xfrm>
            <a:off x="-1" y="0"/>
            <a:ext cx="10691813" cy="6011864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BCD7D3CC-4926-73E6-AFC0-1F4011A3878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36673" y="3421302"/>
            <a:ext cx="8018463" cy="685503"/>
          </a:xfrm>
        </p:spPr>
        <p:txBody>
          <a:bodyPr anchor="b">
            <a:normAutofit/>
          </a:bodyPr>
          <a:lstStyle>
            <a:lvl1pPr algn="ctr">
              <a:defRPr sz="3600">
                <a:solidFill>
                  <a:schemeClr val="bg1"/>
                </a:solidFill>
                <a:latin typeface="Baskerville Old Face" panose="02020602080505020303" pitchFamily="18" charset="0"/>
              </a:defRPr>
            </a:lvl1pPr>
          </a:lstStyle>
          <a:p>
            <a:r>
              <a:rPr lang="da-DK" dirty="0"/>
              <a:t>Produkttitel 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29941FF1-F0C2-C03B-41E0-F078C431137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336674" y="4283943"/>
            <a:ext cx="8018463" cy="68550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Baskerville Old Face" panose="02020602080505020303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 dirty="0"/>
              <a:t>Måned, år</a:t>
            </a:r>
          </a:p>
        </p:txBody>
      </p:sp>
      <p:pic>
        <p:nvPicPr>
          <p:cNvPr id="4" name="Billede 6">
            <a:extLst>
              <a:ext uri="{FF2B5EF4-FFF2-40B4-BE49-F238E27FC236}">
                <a16:creationId xmlns:a16="http://schemas.microsoft.com/office/drawing/2014/main" id="{AB47EE63-F39E-6446-BBBC-847B8247822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t="23273" b="25583"/>
          <a:stretch/>
        </p:blipFill>
        <p:spPr>
          <a:xfrm>
            <a:off x="1799221" y="2590559"/>
            <a:ext cx="7093366" cy="830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81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side_ku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lede 5" descr="Et billede, der indeholder træ, plante, udendørs, piletræ&#10;&#10;Automatisk genereret beskrivelse">
            <a:extLst>
              <a:ext uri="{FF2B5EF4-FFF2-40B4-BE49-F238E27FC236}">
                <a16:creationId xmlns:a16="http://schemas.microsoft.com/office/drawing/2014/main" id="{31EC8DED-0FD6-0054-4EA6-8530585BF1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85" t="10922" r="2694"/>
          <a:stretch/>
        </p:blipFill>
        <p:spPr>
          <a:xfrm>
            <a:off x="0" y="0"/>
            <a:ext cx="10691813" cy="6011864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BCD7D3CC-4926-73E6-AFC0-1F4011A3878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36673" y="2903515"/>
            <a:ext cx="8018463" cy="685503"/>
          </a:xfrm>
        </p:spPr>
        <p:txBody>
          <a:bodyPr anchor="b">
            <a:noAutofit/>
          </a:bodyPr>
          <a:lstStyle>
            <a:lvl1pPr algn="ctr">
              <a:defRPr sz="4800">
                <a:solidFill>
                  <a:schemeClr val="bg1"/>
                </a:solidFill>
                <a:latin typeface="Baskerville Old Face" panose="02020602080505020303" pitchFamily="18" charset="0"/>
              </a:defRPr>
            </a:lvl1pPr>
          </a:lstStyle>
          <a:p>
            <a:r>
              <a:rPr lang="da-DK" dirty="0"/>
              <a:t>KUNDENAVN</a:t>
            </a:r>
          </a:p>
        </p:txBody>
      </p:sp>
      <p:pic>
        <p:nvPicPr>
          <p:cNvPr id="4" name="Billede 6">
            <a:extLst>
              <a:ext uri="{FF2B5EF4-FFF2-40B4-BE49-F238E27FC236}">
                <a16:creationId xmlns:a16="http://schemas.microsoft.com/office/drawing/2014/main" id="{AB47EE63-F39E-6446-BBBC-847B8247822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t="23273" b="25583"/>
          <a:stretch/>
        </p:blipFill>
        <p:spPr>
          <a:xfrm>
            <a:off x="3297822" y="3675492"/>
            <a:ext cx="4096167" cy="479725"/>
          </a:xfrm>
          <a:prstGeom prst="rect">
            <a:avLst/>
          </a:prstGeom>
        </p:spPr>
      </p:pic>
      <p:sp>
        <p:nvSpPr>
          <p:cNvPr id="12" name="Pladsholder til tekst 11">
            <a:extLst>
              <a:ext uri="{FF2B5EF4-FFF2-40B4-BE49-F238E27FC236}">
                <a16:creationId xmlns:a16="http://schemas.microsoft.com/office/drawing/2014/main" id="{18125F78-0621-0917-5BB3-86B4D1BD62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88618" y="4245747"/>
            <a:ext cx="2314575" cy="336824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a-DK" dirty="0">
                <a:latin typeface="+mj-lt"/>
              </a:rPr>
              <a:t>Måned, år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063146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ktangel 4">
            <a:extLst>
              <a:ext uri="{FF2B5EF4-FFF2-40B4-BE49-F238E27FC236}">
                <a16:creationId xmlns:a16="http://schemas.microsoft.com/office/drawing/2014/main" id="{B8F221D6-E011-DC32-8AF3-FF5CC65A1CA7}"/>
              </a:ext>
            </a:extLst>
          </p:cNvPr>
          <p:cNvSpPr/>
          <p:nvPr userDrawn="1"/>
        </p:nvSpPr>
        <p:spPr>
          <a:xfrm>
            <a:off x="6918715" y="996753"/>
            <a:ext cx="3161211" cy="4266121"/>
          </a:xfrm>
          <a:prstGeom prst="rect">
            <a:avLst/>
          </a:prstGeom>
          <a:solidFill>
            <a:srgbClr val="5C5F4A"/>
          </a:solidFill>
          <a:ln>
            <a:solidFill>
              <a:srgbClr val="5C5F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3124C1A5-FFA4-A6FE-3A14-B53198BAE7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fld id="{677FA8C2-600D-420D-8C79-33897368C59E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8" name="Tekstfelt 7">
            <a:extLst>
              <a:ext uri="{FF2B5EF4-FFF2-40B4-BE49-F238E27FC236}">
                <a16:creationId xmlns:a16="http://schemas.microsoft.com/office/drawing/2014/main" id="{58AA9A2B-EACE-7370-706A-E9E8833EF224}"/>
              </a:ext>
            </a:extLst>
          </p:cNvPr>
          <p:cNvSpPr txBox="1"/>
          <p:nvPr userDrawn="1"/>
        </p:nvSpPr>
        <p:spPr>
          <a:xfrm>
            <a:off x="607493" y="180544"/>
            <a:ext cx="58416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3600" dirty="0">
                <a:latin typeface="Baskerville Old Face" panose="02020602080505020303" pitchFamily="18" charset="0"/>
              </a:rPr>
              <a:t>Agenda</a:t>
            </a:r>
          </a:p>
        </p:txBody>
      </p:sp>
      <p:sp>
        <p:nvSpPr>
          <p:cNvPr id="3" name="Pladsholder til billede 2">
            <a:extLst>
              <a:ext uri="{FF2B5EF4-FFF2-40B4-BE49-F238E27FC236}">
                <a16:creationId xmlns:a16="http://schemas.microsoft.com/office/drawing/2014/main" id="{1B1E996E-4ACD-87D3-D6C4-6915B2E711E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139300" y="1388731"/>
            <a:ext cx="936000" cy="936000"/>
          </a:xfrm>
        </p:spPr>
        <p:txBody>
          <a:bodyPr>
            <a:normAutofit/>
          </a:bodyPr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a-DK" dirty="0"/>
              <a:t>Portrætbillede</a:t>
            </a:r>
          </a:p>
          <a:p>
            <a:r>
              <a:rPr lang="da-DK" dirty="0"/>
              <a:t>Sti: PPIM(P:),</a:t>
            </a:r>
            <a:br>
              <a:rPr lang="da-DK" dirty="0"/>
            </a:br>
            <a:r>
              <a:rPr lang="da-DK" dirty="0" err="1"/>
              <a:t>Employees</a:t>
            </a:r>
            <a:r>
              <a:rPr lang="da-DK" dirty="0"/>
              <a:t>, Billeder, </a:t>
            </a:r>
            <a:br>
              <a:rPr lang="da-DK" dirty="0"/>
            </a:br>
            <a:r>
              <a:rPr lang="da-DK" dirty="0"/>
              <a:t>Nye portrætter, </a:t>
            </a:r>
            <a:br>
              <a:rPr lang="da-DK" dirty="0"/>
            </a:br>
            <a:r>
              <a:rPr lang="da-DK" dirty="0" err="1"/>
              <a:t>pp_redigeret</a:t>
            </a:r>
            <a:r>
              <a:rPr lang="da-DK" dirty="0"/>
              <a:t>, navn</a:t>
            </a:r>
          </a:p>
        </p:txBody>
      </p:sp>
      <p:sp>
        <p:nvSpPr>
          <p:cNvPr id="12" name="Pladsholder til tekst 11">
            <a:extLst>
              <a:ext uri="{FF2B5EF4-FFF2-40B4-BE49-F238E27FC236}">
                <a16:creationId xmlns:a16="http://schemas.microsoft.com/office/drawing/2014/main" id="{A14EF73A-B1CD-2E1F-76FD-4A94A83FCA5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47842" y="1649826"/>
            <a:ext cx="1942305" cy="206905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a-DK" dirty="0"/>
              <a:t>Navn</a:t>
            </a:r>
          </a:p>
        </p:txBody>
      </p:sp>
      <p:sp>
        <p:nvSpPr>
          <p:cNvPr id="13" name="Pladsholder til indhold 2">
            <a:extLst>
              <a:ext uri="{FF2B5EF4-FFF2-40B4-BE49-F238E27FC236}">
                <a16:creationId xmlns:a16="http://schemas.microsoft.com/office/drawing/2014/main" id="{2162AB39-D556-70FC-5487-6B4654AA00D8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1664" y="1656499"/>
            <a:ext cx="5942234" cy="31227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200" b="1"/>
            </a:lvl1pPr>
            <a:lvl2pPr algn="l">
              <a:defRPr sz="1600"/>
            </a:lvl2pPr>
            <a:lvl3pPr algn="l">
              <a:defRPr sz="1400"/>
            </a:lvl3pPr>
            <a:lvl4pPr algn="l">
              <a:defRPr sz="1200"/>
            </a:lvl4pPr>
            <a:lvl5pPr algn="l">
              <a:defRPr sz="1200"/>
            </a:lvl5pPr>
          </a:lstStyle>
          <a:p>
            <a:pPr lvl="0"/>
            <a:r>
              <a:rPr lang="da-DK" dirty="0"/>
              <a:t>Punkt 2</a:t>
            </a:r>
          </a:p>
        </p:txBody>
      </p:sp>
      <p:sp>
        <p:nvSpPr>
          <p:cNvPr id="15" name="Pladsholder til indhold 2">
            <a:extLst>
              <a:ext uri="{FF2B5EF4-FFF2-40B4-BE49-F238E27FC236}">
                <a16:creationId xmlns:a16="http://schemas.microsoft.com/office/drawing/2014/main" id="{9E70C9C7-61D2-825D-00E7-9C773629E6C4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601664" y="2314748"/>
            <a:ext cx="5942234" cy="31227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200" b="1"/>
            </a:lvl1pPr>
            <a:lvl2pPr algn="l">
              <a:defRPr sz="1600"/>
            </a:lvl2pPr>
            <a:lvl3pPr algn="l">
              <a:defRPr sz="1400"/>
            </a:lvl3pPr>
            <a:lvl4pPr algn="l">
              <a:defRPr sz="1200"/>
            </a:lvl4pPr>
            <a:lvl5pPr algn="l">
              <a:defRPr sz="1200"/>
            </a:lvl5pPr>
          </a:lstStyle>
          <a:p>
            <a:pPr lvl="0"/>
            <a:r>
              <a:rPr lang="da-DK" dirty="0"/>
              <a:t>Punkt 3</a:t>
            </a:r>
          </a:p>
        </p:txBody>
      </p:sp>
      <p:sp>
        <p:nvSpPr>
          <p:cNvPr id="16" name="Pladsholder til indhold 2">
            <a:extLst>
              <a:ext uri="{FF2B5EF4-FFF2-40B4-BE49-F238E27FC236}">
                <a16:creationId xmlns:a16="http://schemas.microsoft.com/office/drawing/2014/main" id="{AE46D414-F20B-6263-B59C-E70B1D79D589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601664" y="2972997"/>
            <a:ext cx="5942234" cy="31227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200" b="1"/>
            </a:lvl1pPr>
            <a:lvl2pPr algn="l">
              <a:defRPr sz="1600"/>
            </a:lvl2pPr>
            <a:lvl3pPr algn="l">
              <a:defRPr sz="1400"/>
            </a:lvl3pPr>
            <a:lvl4pPr algn="l">
              <a:defRPr sz="1200"/>
            </a:lvl4pPr>
            <a:lvl5pPr algn="l">
              <a:defRPr sz="1200"/>
            </a:lvl5pPr>
          </a:lstStyle>
          <a:p>
            <a:pPr lvl="0"/>
            <a:r>
              <a:rPr lang="da-DK" dirty="0"/>
              <a:t>Punkt 4</a:t>
            </a:r>
          </a:p>
        </p:txBody>
      </p:sp>
      <p:sp>
        <p:nvSpPr>
          <p:cNvPr id="17" name="Pladsholder til indhold 2">
            <a:extLst>
              <a:ext uri="{FF2B5EF4-FFF2-40B4-BE49-F238E27FC236}">
                <a16:creationId xmlns:a16="http://schemas.microsoft.com/office/drawing/2014/main" id="{D8094254-FFBE-EB65-06DE-9141FB2312D2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601664" y="3631246"/>
            <a:ext cx="5942234" cy="31227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200" b="1"/>
            </a:lvl1pPr>
            <a:lvl2pPr algn="l">
              <a:defRPr sz="1600"/>
            </a:lvl2pPr>
            <a:lvl3pPr algn="l">
              <a:defRPr sz="1400"/>
            </a:lvl3pPr>
            <a:lvl4pPr algn="l">
              <a:defRPr sz="1200"/>
            </a:lvl4pPr>
            <a:lvl5pPr algn="l">
              <a:defRPr sz="1200"/>
            </a:lvl5pPr>
          </a:lstStyle>
          <a:p>
            <a:pPr lvl="0"/>
            <a:r>
              <a:rPr lang="da-DK" dirty="0"/>
              <a:t>Punkt 5</a:t>
            </a:r>
          </a:p>
        </p:txBody>
      </p:sp>
      <p:sp>
        <p:nvSpPr>
          <p:cNvPr id="18" name="Pladsholder til indhold 2">
            <a:extLst>
              <a:ext uri="{FF2B5EF4-FFF2-40B4-BE49-F238E27FC236}">
                <a16:creationId xmlns:a16="http://schemas.microsoft.com/office/drawing/2014/main" id="{F22020D3-40DD-982A-7B55-6B7917A8894C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601664" y="4289495"/>
            <a:ext cx="5942234" cy="31227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200" b="1"/>
            </a:lvl1pPr>
            <a:lvl2pPr algn="l">
              <a:defRPr sz="1600"/>
            </a:lvl2pPr>
            <a:lvl3pPr algn="l">
              <a:defRPr sz="1400"/>
            </a:lvl3pPr>
            <a:lvl4pPr algn="l">
              <a:defRPr sz="1200"/>
            </a:lvl4pPr>
            <a:lvl5pPr algn="l">
              <a:defRPr sz="1200"/>
            </a:lvl5pPr>
          </a:lstStyle>
          <a:p>
            <a:pPr lvl="0"/>
            <a:r>
              <a:rPr lang="da-DK" dirty="0"/>
              <a:t>Punkt 6</a:t>
            </a:r>
          </a:p>
        </p:txBody>
      </p:sp>
      <p:sp>
        <p:nvSpPr>
          <p:cNvPr id="19" name="Pladsholder til tekst 11">
            <a:extLst>
              <a:ext uri="{FF2B5EF4-FFF2-40B4-BE49-F238E27FC236}">
                <a16:creationId xmlns:a16="http://schemas.microsoft.com/office/drawing/2014/main" id="{C860063A-C63E-FE57-1B74-302F8D6FCDB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47843" y="1856732"/>
            <a:ext cx="1864590" cy="190500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da-DK" dirty="0"/>
              <a:t>Jobtitel</a:t>
            </a:r>
          </a:p>
        </p:txBody>
      </p:sp>
      <p:sp>
        <p:nvSpPr>
          <p:cNvPr id="20" name="Pladsholder til indhold 2">
            <a:extLst>
              <a:ext uri="{FF2B5EF4-FFF2-40B4-BE49-F238E27FC236}">
                <a16:creationId xmlns:a16="http://schemas.microsoft.com/office/drawing/2014/main" id="{EE9B3102-1696-B945-0E96-916FD32D8401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601664" y="4947744"/>
            <a:ext cx="5942234" cy="31227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200" b="1"/>
            </a:lvl1pPr>
            <a:lvl2pPr algn="l">
              <a:defRPr sz="1600"/>
            </a:lvl2pPr>
            <a:lvl3pPr algn="l">
              <a:defRPr sz="1400"/>
            </a:lvl3pPr>
            <a:lvl4pPr algn="l">
              <a:defRPr sz="1200"/>
            </a:lvl4pPr>
            <a:lvl5pPr algn="l">
              <a:defRPr sz="1200"/>
            </a:lvl5pPr>
          </a:lstStyle>
          <a:p>
            <a:pPr lvl="0"/>
            <a:r>
              <a:rPr lang="da-DK" dirty="0"/>
              <a:t>Punkt 7</a:t>
            </a:r>
          </a:p>
        </p:txBody>
      </p:sp>
      <p:sp>
        <p:nvSpPr>
          <p:cNvPr id="21" name="Pladsholder til billede 2">
            <a:extLst>
              <a:ext uri="{FF2B5EF4-FFF2-40B4-BE49-F238E27FC236}">
                <a16:creationId xmlns:a16="http://schemas.microsoft.com/office/drawing/2014/main" id="{2D3351B4-C01B-1226-0072-27E55E5EACD6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7139300" y="2658961"/>
            <a:ext cx="936000" cy="936000"/>
          </a:xfrm>
        </p:spPr>
        <p:txBody>
          <a:bodyPr>
            <a:normAutofit/>
          </a:bodyPr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a-DK" dirty="0"/>
              <a:t>Portrætbillede</a:t>
            </a:r>
          </a:p>
          <a:p>
            <a:r>
              <a:rPr lang="da-DK" dirty="0"/>
              <a:t>Sti: PPIM(P:),</a:t>
            </a:r>
            <a:br>
              <a:rPr lang="da-DK" dirty="0"/>
            </a:br>
            <a:r>
              <a:rPr lang="da-DK" dirty="0" err="1"/>
              <a:t>Employees</a:t>
            </a:r>
            <a:r>
              <a:rPr lang="da-DK" dirty="0"/>
              <a:t>, Fotos, </a:t>
            </a:r>
            <a:br>
              <a:rPr lang="da-DK" dirty="0"/>
            </a:br>
            <a:r>
              <a:rPr lang="da-DK" dirty="0"/>
              <a:t>Nye portrætter, </a:t>
            </a:r>
            <a:br>
              <a:rPr lang="da-DK" dirty="0"/>
            </a:br>
            <a:r>
              <a:rPr lang="da-DK" dirty="0" err="1"/>
              <a:t>pp_redigeret</a:t>
            </a:r>
            <a:r>
              <a:rPr lang="da-DK" dirty="0"/>
              <a:t>, navn</a:t>
            </a:r>
          </a:p>
        </p:txBody>
      </p:sp>
      <p:sp>
        <p:nvSpPr>
          <p:cNvPr id="24" name="Pladsholder til billede 2">
            <a:extLst>
              <a:ext uri="{FF2B5EF4-FFF2-40B4-BE49-F238E27FC236}">
                <a16:creationId xmlns:a16="http://schemas.microsoft.com/office/drawing/2014/main" id="{F3FAB199-F174-695E-92B4-B4F42DFD24DD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139300" y="3915895"/>
            <a:ext cx="936000" cy="936000"/>
          </a:xfrm>
        </p:spPr>
        <p:txBody>
          <a:bodyPr>
            <a:normAutofit/>
          </a:bodyPr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a-DK" dirty="0"/>
              <a:t>Portrætbillede</a:t>
            </a:r>
          </a:p>
          <a:p>
            <a:r>
              <a:rPr lang="da-DK" dirty="0"/>
              <a:t>Sti: PPIM(P:),</a:t>
            </a:r>
            <a:br>
              <a:rPr lang="da-DK" dirty="0"/>
            </a:br>
            <a:r>
              <a:rPr lang="da-DK" dirty="0" err="1"/>
              <a:t>Employees</a:t>
            </a:r>
            <a:r>
              <a:rPr lang="da-DK" dirty="0"/>
              <a:t>, Fotos, </a:t>
            </a:r>
            <a:br>
              <a:rPr lang="da-DK" dirty="0"/>
            </a:br>
            <a:r>
              <a:rPr lang="da-DK" dirty="0"/>
              <a:t>Nye portrætter, </a:t>
            </a:r>
            <a:br>
              <a:rPr lang="da-DK" dirty="0"/>
            </a:br>
            <a:r>
              <a:rPr lang="da-DK" dirty="0" err="1"/>
              <a:t>pp_redigeret</a:t>
            </a:r>
            <a:r>
              <a:rPr lang="da-DK" dirty="0"/>
              <a:t>, navn</a:t>
            </a:r>
          </a:p>
        </p:txBody>
      </p:sp>
      <p:sp>
        <p:nvSpPr>
          <p:cNvPr id="27" name="Pladsholder til tekst 11">
            <a:extLst>
              <a:ext uri="{FF2B5EF4-FFF2-40B4-BE49-F238E27FC236}">
                <a16:creationId xmlns:a16="http://schemas.microsoft.com/office/drawing/2014/main" id="{647B847D-7936-3658-C42F-7F1C00F9CED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147843" y="2905103"/>
            <a:ext cx="1942304" cy="224711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a-DK" dirty="0"/>
              <a:t>Navn</a:t>
            </a:r>
          </a:p>
        </p:txBody>
      </p:sp>
      <p:sp>
        <p:nvSpPr>
          <p:cNvPr id="28" name="Pladsholder til tekst 11">
            <a:extLst>
              <a:ext uri="{FF2B5EF4-FFF2-40B4-BE49-F238E27FC236}">
                <a16:creationId xmlns:a16="http://schemas.microsoft.com/office/drawing/2014/main" id="{1B1F5555-70E6-B4ED-8338-2098BFDDE71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147843" y="3129815"/>
            <a:ext cx="1864588" cy="190499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da-DK" dirty="0"/>
              <a:t>Jobtitel</a:t>
            </a:r>
          </a:p>
        </p:txBody>
      </p:sp>
      <p:sp>
        <p:nvSpPr>
          <p:cNvPr id="29" name="Pladsholder til tekst 11">
            <a:extLst>
              <a:ext uri="{FF2B5EF4-FFF2-40B4-BE49-F238E27FC236}">
                <a16:creationId xmlns:a16="http://schemas.microsoft.com/office/drawing/2014/main" id="{25EC2F06-74B2-5D89-F8A2-6BF625B06B2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147842" y="4170429"/>
            <a:ext cx="1942304" cy="217630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a-DK" dirty="0"/>
              <a:t>Navn</a:t>
            </a:r>
          </a:p>
        </p:txBody>
      </p:sp>
      <p:sp>
        <p:nvSpPr>
          <p:cNvPr id="30" name="Pladsholder til tekst 11">
            <a:extLst>
              <a:ext uri="{FF2B5EF4-FFF2-40B4-BE49-F238E27FC236}">
                <a16:creationId xmlns:a16="http://schemas.microsoft.com/office/drawing/2014/main" id="{76756BB5-4266-15BC-1D8F-5A27AFEDAA2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147843" y="4388059"/>
            <a:ext cx="1862064" cy="190499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da-DK" dirty="0"/>
              <a:t>Jobtitel</a:t>
            </a:r>
          </a:p>
        </p:txBody>
      </p:sp>
      <p:cxnSp>
        <p:nvCxnSpPr>
          <p:cNvPr id="6" name="Lige forbindelse 5">
            <a:extLst>
              <a:ext uri="{FF2B5EF4-FFF2-40B4-BE49-F238E27FC236}">
                <a16:creationId xmlns:a16="http://schemas.microsoft.com/office/drawing/2014/main" id="{ADAD11A8-867D-B827-7EA3-9264E6B18CE0}"/>
              </a:ext>
            </a:extLst>
          </p:cNvPr>
          <p:cNvCxnSpPr>
            <a:cxnSpLocks/>
          </p:cNvCxnSpPr>
          <p:nvPr userDrawn="1"/>
        </p:nvCxnSpPr>
        <p:spPr>
          <a:xfrm>
            <a:off x="601664" y="1314130"/>
            <a:ext cx="5942234" cy="0"/>
          </a:xfrm>
          <a:prstGeom prst="line">
            <a:avLst/>
          </a:prstGeom>
          <a:ln w="952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ige forbindelse 9">
            <a:extLst>
              <a:ext uri="{FF2B5EF4-FFF2-40B4-BE49-F238E27FC236}">
                <a16:creationId xmlns:a16="http://schemas.microsoft.com/office/drawing/2014/main" id="{227F1D06-D6D9-C361-6E32-EB35CF2184DD}"/>
              </a:ext>
            </a:extLst>
          </p:cNvPr>
          <p:cNvCxnSpPr>
            <a:cxnSpLocks/>
          </p:cNvCxnSpPr>
          <p:nvPr userDrawn="1"/>
        </p:nvCxnSpPr>
        <p:spPr>
          <a:xfrm>
            <a:off x="601664" y="1968777"/>
            <a:ext cx="5942234" cy="0"/>
          </a:xfrm>
          <a:prstGeom prst="line">
            <a:avLst/>
          </a:prstGeom>
          <a:ln w="952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ige forbindelse 8">
            <a:extLst>
              <a:ext uri="{FF2B5EF4-FFF2-40B4-BE49-F238E27FC236}">
                <a16:creationId xmlns:a16="http://schemas.microsoft.com/office/drawing/2014/main" id="{7609AF06-79DF-4C39-6B29-B4C6D3EC8FE0}"/>
              </a:ext>
            </a:extLst>
          </p:cNvPr>
          <p:cNvCxnSpPr>
            <a:cxnSpLocks/>
          </p:cNvCxnSpPr>
          <p:nvPr userDrawn="1"/>
        </p:nvCxnSpPr>
        <p:spPr>
          <a:xfrm>
            <a:off x="601664" y="2627026"/>
            <a:ext cx="5942234" cy="0"/>
          </a:xfrm>
          <a:prstGeom prst="line">
            <a:avLst/>
          </a:prstGeom>
          <a:ln w="952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Lige forbindelse 10">
            <a:extLst>
              <a:ext uri="{FF2B5EF4-FFF2-40B4-BE49-F238E27FC236}">
                <a16:creationId xmlns:a16="http://schemas.microsoft.com/office/drawing/2014/main" id="{3FFAE6D5-BA54-9F54-1879-708418448AD7}"/>
              </a:ext>
            </a:extLst>
          </p:cNvPr>
          <p:cNvCxnSpPr>
            <a:cxnSpLocks/>
          </p:cNvCxnSpPr>
          <p:nvPr userDrawn="1"/>
        </p:nvCxnSpPr>
        <p:spPr>
          <a:xfrm>
            <a:off x="601664" y="3279055"/>
            <a:ext cx="5942234" cy="0"/>
          </a:xfrm>
          <a:prstGeom prst="line">
            <a:avLst/>
          </a:prstGeom>
          <a:ln w="952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Lige forbindelse 13">
            <a:extLst>
              <a:ext uri="{FF2B5EF4-FFF2-40B4-BE49-F238E27FC236}">
                <a16:creationId xmlns:a16="http://schemas.microsoft.com/office/drawing/2014/main" id="{407D21F2-7731-4C06-5AC0-F5CD40146339}"/>
              </a:ext>
            </a:extLst>
          </p:cNvPr>
          <p:cNvCxnSpPr>
            <a:cxnSpLocks/>
          </p:cNvCxnSpPr>
          <p:nvPr userDrawn="1"/>
        </p:nvCxnSpPr>
        <p:spPr>
          <a:xfrm>
            <a:off x="601664" y="3943524"/>
            <a:ext cx="5942234" cy="0"/>
          </a:xfrm>
          <a:prstGeom prst="line">
            <a:avLst/>
          </a:prstGeom>
          <a:ln w="952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Lige forbindelse 21">
            <a:extLst>
              <a:ext uri="{FF2B5EF4-FFF2-40B4-BE49-F238E27FC236}">
                <a16:creationId xmlns:a16="http://schemas.microsoft.com/office/drawing/2014/main" id="{75DFE266-4C00-288A-6578-65BEA677A22E}"/>
              </a:ext>
            </a:extLst>
          </p:cNvPr>
          <p:cNvCxnSpPr>
            <a:cxnSpLocks/>
          </p:cNvCxnSpPr>
          <p:nvPr userDrawn="1"/>
        </p:nvCxnSpPr>
        <p:spPr>
          <a:xfrm>
            <a:off x="601664" y="4601773"/>
            <a:ext cx="5942234" cy="0"/>
          </a:xfrm>
          <a:prstGeom prst="line">
            <a:avLst/>
          </a:prstGeom>
          <a:ln w="952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Lige forbindelse 22">
            <a:extLst>
              <a:ext uri="{FF2B5EF4-FFF2-40B4-BE49-F238E27FC236}">
                <a16:creationId xmlns:a16="http://schemas.microsoft.com/office/drawing/2014/main" id="{975A9891-D5AC-FC01-B241-849B1B8B4761}"/>
              </a:ext>
            </a:extLst>
          </p:cNvPr>
          <p:cNvCxnSpPr>
            <a:cxnSpLocks/>
          </p:cNvCxnSpPr>
          <p:nvPr userDrawn="1"/>
        </p:nvCxnSpPr>
        <p:spPr>
          <a:xfrm>
            <a:off x="601664" y="5261894"/>
            <a:ext cx="5942234" cy="0"/>
          </a:xfrm>
          <a:prstGeom prst="line">
            <a:avLst/>
          </a:prstGeom>
          <a:ln w="952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Pladsholder til tekst 11">
            <a:extLst>
              <a:ext uri="{FF2B5EF4-FFF2-40B4-BE49-F238E27FC236}">
                <a16:creationId xmlns:a16="http://schemas.microsoft.com/office/drawing/2014/main" id="{DCB1AD7A-D615-E361-45EF-481F413EFD6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147842" y="2075203"/>
            <a:ext cx="1864590" cy="190500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da-DK" dirty="0"/>
              <a:t>Mail</a:t>
            </a:r>
          </a:p>
        </p:txBody>
      </p:sp>
      <p:sp>
        <p:nvSpPr>
          <p:cNvPr id="31" name="Pladsholder til tekst 11">
            <a:extLst>
              <a:ext uri="{FF2B5EF4-FFF2-40B4-BE49-F238E27FC236}">
                <a16:creationId xmlns:a16="http://schemas.microsoft.com/office/drawing/2014/main" id="{65AC8B09-7B44-D29E-995A-F1E7F38D706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145319" y="3329638"/>
            <a:ext cx="1864588" cy="190499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da-DK" dirty="0"/>
              <a:t>Mail</a:t>
            </a:r>
          </a:p>
        </p:txBody>
      </p:sp>
      <p:sp>
        <p:nvSpPr>
          <p:cNvPr id="32" name="Pladsholder til tekst 11">
            <a:extLst>
              <a:ext uri="{FF2B5EF4-FFF2-40B4-BE49-F238E27FC236}">
                <a16:creationId xmlns:a16="http://schemas.microsoft.com/office/drawing/2014/main" id="{9A7A1F1D-1C15-7D76-9A3C-ECBE35EDC8B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147843" y="4594964"/>
            <a:ext cx="1862064" cy="190499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da-DK" dirty="0"/>
              <a:t>Mail</a:t>
            </a:r>
          </a:p>
        </p:txBody>
      </p:sp>
      <p:sp>
        <p:nvSpPr>
          <p:cNvPr id="7" name="Pladsholder til indhold 2">
            <a:extLst>
              <a:ext uri="{FF2B5EF4-FFF2-40B4-BE49-F238E27FC236}">
                <a16:creationId xmlns:a16="http://schemas.microsoft.com/office/drawing/2014/main" id="{5198BE0A-F49A-B111-CE54-889144867132}"/>
              </a:ext>
            </a:extLst>
          </p:cNvPr>
          <p:cNvSpPr>
            <a:spLocks noGrp="1"/>
          </p:cNvSpPr>
          <p:nvPr>
            <p:ph idx="34" hasCustomPrompt="1"/>
          </p:nvPr>
        </p:nvSpPr>
        <p:spPr>
          <a:xfrm>
            <a:off x="591443" y="995465"/>
            <a:ext cx="5942234" cy="31227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200" b="1"/>
            </a:lvl1pPr>
            <a:lvl2pPr algn="l">
              <a:defRPr sz="1600"/>
            </a:lvl2pPr>
            <a:lvl3pPr algn="l">
              <a:defRPr sz="1400"/>
            </a:lvl3pPr>
            <a:lvl4pPr algn="l">
              <a:defRPr sz="1200"/>
            </a:lvl4pPr>
            <a:lvl5pPr algn="l">
              <a:defRPr sz="1200"/>
            </a:lvl5pPr>
          </a:lstStyle>
          <a:p>
            <a:pPr lvl="0"/>
            <a:r>
              <a:rPr lang="da-DK" dirty="0"/>
              <a:t>Punkt 1</a:t>
            </a:r>
          </a:p>
        </p:txBody>
      </p:sp>
    </p:spTree>
    <p:extLst>
      <p:ext uri="{BB962C8B-B14F-4D97-AF65-F5344CB8AC3E}">
        <p14:creationId xmlns:p14="http://schemas.microsoft.com/office/powerpoint/2010/main" val="35947875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_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A2F76D-8C3D-D9B4-166E-45A7C692A8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a-DK" dirty="0"/>
              <a:t>Slide-overskrift </a:t>
            </a:r>
          </a:p>
        </p:txBody>
      </p:sp>
      <p:sp>
        <p:nvSpPr>
          <p:cNvPr id="3" name="Pladsholder til slidenummer 2">
            <a:extLst>
              <a:ext uri="{FF2B5EF4-FFF2-40B4-BE49-F238E27FC236}">
                <a16:creationId xmlns:a16="http://schemas.microsoft.com/office/drawing/2014/main" id="{C53BF383-5C61-7D90-AEE5-1D7C317052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7FA8C2-600D-420D-8C79-33897368C59E}" type="slidenum">
              <a:rPr lang="da-DK" smtClean="0"/>
              <a:t>‹nr.›</a:t>
            </a:fld>
            <a:endParaRPr lang="da-DK" dirty="0"/>
          </a:p>
        </p:txBody>
      </p:sp>
      <p:sp>
        <p:nvSpPr>
          <p:cNvPr id="4" name="Pladsholder til indhold 2">
            <a:extLst>
              <a:ext uri="{FF2B5EF4-FFF2-40B4-BE49-F238E27FC236}">
                <a16:creationId xmlns:a16="http://schemas.microsoft.com/office/drawing/2014/main" id="{9FC0E0F2-C6CB-CE3D-3B25-D7F860E4369A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07493" y="1306179"/>
            <a:ext cx="9482656" cy="4101844"/>
          </a:xfrm>
        </p:spPr>
        <p:txBody>
          <a:bodyPr>
            <a:norm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 b="0"/>
            </a:lvl1pPr>
            <a:lvl2pPr algn="l">
              <a:defRPr sz="1200"/>
            </a:lvl2pPr>
            <a:lvl3pPr algn="l">
              <a:defRPr sz="1200"/>
            </a:lvl3pPr>
            <a:lvl4pPr algn="l">
              <a:defRPr sz="1200"/>
            </a:lvl4pPr>
            <a:lvl5pPr algn="l"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 marL="3657600" indent="0">
              <a:buNone/>
              <a:defRPr sz="1200"/>
            </a:lvl9pPr>
          </a:lstStyle>
          <a:p>
            <a:pPr lvl="0"/>
            <a:r>
              <a:rPr lang="da-DK" dirty="0"/>
              <a:t>Indsæt tekst</a:t>
            </a:r>
          </a:p>
          <a:p>
            <a:pPr lvl="8"/>
            <a:r>
              <a:rPr lang="da-DK" dirty="0"/>
              <a:t>						</a:t>
            </a:r>
          </a:p>
        </p:txBody>
      </p:sp>
      <p:sp>
        <p:nvSpPr>
          <p:cNvPr id="5" name="Pladsholder til indhold 2">
            <a:extLst>
              <a:ext uri="{FF2B5EF4-FFF2-40B4-BE49-F238E27FC236}">
                <a16:creationId xmlns:a16="http://schemas.microsoft.com/office/drawing/2014/main" id="{B297B3A9-0236-A163-750F-36C60B6DDC55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01662" y="993901"/>
            <a:ext cx="9482656" cy="312278"/>
          </a:xfrm>
        </p:spPr>
        <p:txBody>
          <a:bodyPr anchor="ctr">
            <a:normAutofit/>
          </a:bodyPr>
          <a:lstStyle>
            <a:lvl1pPr marL="0" indent="0">
              <a:buNone/>
              <a:defRPr sz="1200" b="1"/>
            </a:lvl1pPr>
            <a:lvl2pPr algn="l">
              <a:defRPr sz="1600"/>
            </a:lvl2pPr>
            <a:lvl3pPr algn="l">
              <a:defRPr sz="1400"/>
            </a:lvl3pPr>
            <a:lvl4pPr algn="l">
              <a:defRPr sz="1200"/>
            </a:lvl4pPr>
            <a:lvl5pPr algn="l">
              <a:defRPr sz="1200"/>
            </a:lvl5pPr>
          </a:lstStyle>
          <a:p>
            <a:pPr lvl="0"/>
            <a:r>
              <a:rPr lang="da-DK" dirty="0"/>
              <a:t>Underoverskrift</a:t>
            </a:r>
          </a:p>
        </p:txBody>
      </p:sp>
    </p:spTree>
    <p:extLst>
      <p:ext uri="{BB962C8B-B14F-4D97-AF65-F5344CB8AC3E}">
        <p14:creationId xmlns:p14="http://schemas.microsoft.com/office/powerpoint/2010/main" val="8944872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_basic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A2F76D-8C3D-D9B4-166E-45A7C692A8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a-DK" dirty="0"/>
              <a:t>Slide-overskrift </a:t>
            </a:r>
          </a:p>
        </p:txBody>
      </p:sp>
      <p:sp>
        <p:nvSpPr>
          <p:cNvPr id="3" name="Pladsholder til slidenummer 2">
            <a:extLst>
              <a:ext uri="{FF2B5EF4-FFF2-40B4-BE49-F238E27FC236}">
                <a16:creationId xmlns:a16="http://schemas.microsoft.com/office/drawing/2014/main" id="{C53BF383-5C61-7D90-AEE5-1D7C317052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7FA8C2-600D-420D-8C79-33897368C59E}" type="slidenum">
              <a:rPr lang="da-DK" smtClean="0"/>
              <a:t>‹nr.›</a:t>
            </a:fld>
            <a:endParaRPr lang="da-DK" dirty="0"/>
          </a:p>
        </p:txBody>
      </p:sp>
      <p:sp>
        <p:nvSpPr>
          <p:cNvPr id="4" name="Pladsholder til indhold 2">
            <a:extLst>
              <a:ext uri="{FF2B5EF4-FFF2-40B4-BE49-F238E27FC236}">
                <a16:creationId xmlns:a16="http://schemas.microsoft.com/office/drawing/2014/main" id="{9FC0E0F2-C6CB-CE3D-3B25-D7F860E4369A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07493" y="1019971"/>
            <a:ext cx="9482656" cy="4388052"/>
          </a:xfrm>
        </p:spPr>
        <p:txBody>
          <a:bodyPr>
            <a:norm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 b="0"/>
            </a:lvl1pPr>
            <a:lvl2pPr algn="l">
              <a:defRPr sz="1200"/>
            </a:lvl2pPr>
            <a:lvl3pPr algn="l">
              <a:defRPr sz="1200"/>
            </a:lvl3pPr>
            <a:lvl4pPr algn="l">
              <a:defRPr sz="1200"/>
            </a:lvl4pPr>
            <a:lvl5pPr marL="1828800" indent="0" algn="l">
              <a:buNone/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 marL="3657600" indent="0">
              <a:buNone/>
              <a:defRPr sz="1200"/>
            </a:lvl9pPr>
          </a:lstStyle>
          <a:p>
            <a:pPr lvl="0"/>
            <a:r>
              <a:rPr lang="da-DK" dirty="0"/>
              <a:t>Indsæt tekst</a:t>
            </a:r>
          </a:p>
          <a:p>
            <a:pPr lvl="8"/>
            <a:r>
              <a:rPr lang="da-DK" dirty="0"/>
              <a:t>						</a:t>
            </a:r>
          </a:p>
        </p:txBody>
      </p:sp>
    </p:spTree>
    <p:extLst>
      <p:ext uri="{BB962C8B-B14F-4D97-AF65-F5344CB8AC3E}">
        <p14:creationId xmlns:p14="http://schemas.microsoft.com/office/powerpoint/2010/main" val="672851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92F4A6A-0396-2181-2023-7FE8177FF0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a-DK" dirty="0"/>
              <a:t>Slide-overskrift </a:t>
            </a:r>
          </a:p>
        </p:txBody>
      </p:sp>
      <p:sp>
        <p:nvSpPr>
          <p:cNvPr id="4" name="Pladsholder til indhold 2">
            <a:extLst>
              <a:ext uri="{FF2B5EF4-FFF2-40B4-BE49-F238E27FC236}">
                <a16:creationId xmlns:a16="http://schemas.microsoft.com/office/drawing/2014/main" id="{53CBA301-B944-0713-C143-CED9615A9844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01662" y="993901"/>
            <a:ext cx="4574638" cy="312278"/>
          </a:xfrm>
        </p:spPr>
        <p:txBody>
          <a:bodyPr anchor="ctr">
            <a:normAutofit/>
          </a:bodyPr>
          <a:lstStyle>
            <a:lvl1pPr marL="0" indent="0">
              <a:buNone/>
              <a:defRPr sz="1200" b="1"/>
            </a:lvl1pPr>
            <a:lvl2pPr algn="l">
              <a:defRPr sz="1600"/>
            </a:lvl2pPr>
            <a:lvl3pPr algn="l">
              <a:defRPr sz="1400"/>
            </a:lvl3pPr>
            <a:lvl4pPr algn="l">
              <a:defRPr sz="1200"/>
            </a:lvl4pPr>
            <a:lvl5pPr algn="l">
              <a:defRPr sz="1200"/>
            </a:lvl5pPr>
          </a:lstStyle>
          <a:p>
            <a:pPr lvl="0"/>
            <a:r>
              <a:rPr lang="da-DK" dirty="0"/>
              <a:t>Underoverskrift</a:t>
            </a:r>
          </a:p>
        </p:txBody>
      </p:sp>
      <p:sp>
        <p:nvSpPr>
          <p:cNvPr id="5" name="Pladsholder til indhold 2">
            <a:extLst>
              <a:ext uri="{FF2B5EF4-FFF2-40B4-BE49-F238E27FC236}">
                <a16:creationId xmlns:a16="http://schemas.microsoft.com/office/drawing/2014/main" id="{6D45304E-6E66-9C2A-934C-9A0F5DF0FD19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01662" y="1306180"/>
            <a:ext cx="4574638" cy="1833728"/>
          </a:xfrm>
        </p:spPr>
        <p:txBody>
          <a:bodyPr>
            <a:norm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 b="0"/>
            </a:lvl1pPr>
            <a:lvl2pPr algn="l">
              <a:defRPr sz="1200"/>
            </a:lvl2pPr>
            <a:lvl3pPr algn="l">
              <a:defRPr sz="1200"/>
            </a:lvl3pPr>
            <a:lvl4pPr algn="l">
              <a:defRPr sz="1200"/>
            </a:lvl4pPr>
            <a:lvl5pPr algn="l"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a-DK" dirty="0"/>
              <a:t>Indsæt tekst</a:t>
            </a:r>
          </a:p>
          <a:p>
            <a:pPr lvl="0"/>
            <a:endParaRPr lang="da-DK" dirty="0"/>
          </a:p>
          <a:p>
            <a:pPr lvl="8"/>
            <a:endParaRPr lang="da-DK" dirty="0"/>
          </a:p>
          <a:p>
            <a:pPr lvl="0"/>
            <a:endParaRPr lang="da-DK" dirty="0"/>
          </a:p>
        </p:txBody>
      </p:sp>
      <p:sp>
        <p:nvSpPr>
          <p:cNvPr id="7" name="Pladsholder til diagram 6">
            <a:extLst>
              <a:ext uri="{FF2B5EF4-FFF2-40B4-BE49-F238E27FC236}">
                <a16:creationId xmlns:a16="http://schemas.microsoft.com/office/drawing/2014/main" id="{B1696B58-07E6-8F7D-01EA-0E7676197A31}"/>
              </a:ext>
            </a:extLst>
          </p:cNvPr>
          <p:cNvSpPr>
            <a:spLocks noGrp="1"/>
          </p:cNvSpPr>
          <p:nvPr>
            <p:ph type="chart" sz="quarter" idx="14" hasCustomPrompt="1"/>
          </p:nvPr>
        </p:nvSpPr>
        <p:spPr>
          <a:xfrm>
            <a:off x="5515509" y="993901"/>
            <a:ext cx="4574638" cy="4379913"/>
          </a:xfrm>
        </p:spPr>
        <p:txBody>
          <a:bodyPr>
            <a:norm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/>
            </a:lvl1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r>
              <a:rPr lang="da-DK" dirty="0"/>
              <a:t>Indsæt evt. diagram eller lign.</a:t>
            </a:r>
          </a:p>
          <a:p>
            <a:pPr lvl="8"/>
            <a:endParaRPr lang="da-DK" dirty="0"/>
          </a:p>
        </p:txBody>
      </p:sp>
      <p:sp>
        <p:nvSpPr>
          <p:cNvPr id="8" name="Pladsholder til indhold 2">
            <a:extLst>
              <a:ext uri="{FF2B5EF4-FFF2-40B4-BE49-F238E27FC236}">
                <a16:creationId xmlns:a16="http://schemas.microsoft.com/office/drawing/2014/main" id="{54A9F537-DA9B-33DB-4DBE-F294AC487EF2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01660" y="3139908"/>
            <a:ext cx="4574638" cy="312278"/>
          </a:xfrm>
        </p:spPr>
        <p:txBody>
          <a:bodyPr anchor="ctr">
            <a:normAutofit/>
          </a:bodyPr>
          <a:lstStyle>
            <a:lvl1pPr marL="0" indent="0">
              <a:buNone/>
              <a:defRPr sz="1200" b="1"/>
            </a:lvl1pPr>
            <a:lvl2pPr algn="l">
              <a:defRPr sz="1600"/>
            </a:lvl2pPr>
            <a:lvl3pPr algn="l">
              <a:defRPr sz="1400"/>
            </a:lvl3pPr>
            <a:lvl4pPr algn="l">
              <a:defRPr sz="1200"/>
            </a:lvl4pPr>
            <a:lvl5pPr algn="l">
              <a:defRPr sz="1200"/>
            </a:lvl5pPr>
          </a:lstStyle>
          <a:p>
            <a:pPr lvl="0"/>
            <a:r>
              <a:rPr lang="da-DK" dirty="0"/>
              <a:t>Underoverskrift</a:t>
            </a:r>
          </a:p>
        </p:txBody>
      </p:sp>
      <p:sp>
        <p:nvSpPr>
          <p:cNvPr id="6" name="Pladsholder til slidenummer 3">
            <a:extLst>
              <a:ext uri="{FF2B5EF4-FFF2-40B4-BE49-F238E27FC236}">
                <a16:creationId xmlns:a16="http://schemas.microsoft.com/office/drawing/2014/main" id="{A2839847-992A-BF5B-902A-FF08B624AC0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685085" y="5676167"/>
            <a:ext cx="2405062" cy="320675"/>
          </a:xfrm>
        </p:spPr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fld id="{677FA8C2-600D-420D-8C79-33897368C59E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1A46EC64-466A-9A68-91E2-7569DBA2B22A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601660" y="3452186"/>
            <a:ext cx="4574638" cy="1833728"/>
          </a:xfrm>
        </p:spPr>
        <p:txBody>
          <a:bodyPr>
            <a:norm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 b="0"/>
            </a:lvl1pPr>
            <a:lvl2pPr algn="l">
              <a:defRPr sz="1200"/>
            </a:lvl2pPr>
            <a:lvl3pPr algn="l">
              <a:defRPr sz="1200"/>
            </a:lvl3pPr>
            <a:lvl4pPr algn="l">
              <a:defRPr sz="1200"/>
            </a:lvl4pPr>
            <a:lvl5pPr algn="l"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a-DK" dirty="0"/>
              <a:t>Indsæt tekst</a:t>
            </a:r>
          </a:p>
          <a:p>
            <a:pPr lvl="8"/>
            <a:endParaRPr lang="da-DK" dirty="0"/>
          </a:p>
          <a:p>
            <a:pPr lvl="0"/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621815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35FACF-2F5B-04CA-C311-4AE20478A5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a-DK" dirty="0"/>
              <a:t>Slide-overskrift </a:t>
            </a:r>
          </a:p>
        </p:txBody>
      </p:sp>
      <p:sp>
        <p:nvSpPr>
          <p:cNvPr id="3" name="Pladsholder til slidenummer 2">
            <a:extLst>
              <a:ext uri="{FF2B5EF4-FFF2-40B4-BE49-F238E27FC236}">
                <a16:creationId xmlns:a16="http://schemas.microsoft.com/office/drawing/2014/main" id="{7AC9407E-D366-0290-86AC-EA551781C9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7FA8C2-600D-420D-8C79-33897368C59E}" type="slidenum">
              <a:rPr lang="da-DK" smtClean="0"/>
              <a:t>‹nr.›</a:t>
            </a:fld>
            <a:endParaRPr lang="da-DK"/>
          </a:p>
        </p:txBody>
      </p:sp>
      <p:sp>
        <p:nvSpPr>
          <p:cNvPr id="6" name="Pladsholder til indhold 2">
            <a:extLst>
              <a:ext uri="{FF2B5EF4-FFF2-40B4-BE49-F238E27FC236}">
                <a16:creationId xmlns:a16="http://schemas.microsoft.com/office/drawing/2014/main" id="{D993580B-C89F-804A-8144-F62569BC1416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01660" y="1306179"/>
            <a:ext cx="4574639" cy="4101844"/>
          </a:xfrm>
        </p:spPr>
        <p:txBody>
          <a:bodyPr>
            <a:norm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 b="0"/>
            </a:lvl1pPr>
            <a:lvl2pPr algn="l">
              <a:defRPr sz="1200"/>
            </a:lvl2pPr>
            <a:lvl3pPr algn="l">
              <a:defRPr sz="1200"/>
            </a:lvl3pPr>
            <a:lvl4pPr algn="l">
              <a:defRPr sz="1200"/>
            </a:lvl4pPr>
            <a:lvl5pPr algn="l"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a-DK" dirty="0"/>
              <a:t>Indsæt tekst</a:t>
            </a:r>
          </a:p>
          <a:p>
            <a:pPr lvl="8"/>
            <a:endParaRPr lang="da-DK" dirty="0"/>
          </a:p>
        </p:txBody>
      </p:sp>
      <p:sp>
        <p:nvSpPr>
          <p:cNvPr id="7" name="Pladsholder til indhold 2">
            <a:extLst>
              <a:ext uri="{FF2B5EF4-FFF2-40B4-BE49-F238E27FC236}">
                <a16:creationId xmlns:a16="http://schemas.microsoft.com/office/drawing/2014/main" id="{718B46CE-FE35-DE36-B501-AABCB5F67A9D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01661" y="993901"/>
            <a:ext cx="4574639" cy="312278"/>
          </a:xfrm>
        </p:spPr>
        <p:txBody>
          <a:bodyPr anchor="ctr">
            <a:normAutofit/>
          </a:bodyPr>
          <a:lstStyle>
            <a:lvl1pPr marL="0" indent="0">
              <a:buNone/>
              <a:defRPr sz="1200" b="1"/>
            </a:lvl1pPr>
            <a:lvl2pPr algn="l">
              <a:defRPr sz="1600"/>
            </a:lvl2pPr>
            <a:lvl3pPr algn="l">
              <a:defRPr sz="1400"/>
            </a:lvl3pPr>
            <a:lvl4pPr algn="l">
              <a:defRPr sz="1200"/>
            </a:lvl4pPr>
            <a:lvl5pPr algn="l">
              <a:defRPr sz="1200"/>
            </a:lvl5pPr>
          </a:lstStyle>
          <a:p>
            <a:pPr lvl="0"/>
            <a:r>
              <a:rPr lang="da-DK" dirty="0"/>
              <a:t>Underoverskrift</a:t>
            </a:r>
          </a:p>
        </p:txBody>
      </p:sp>
      <p:sp>
        <p:nvSpPr>
          <p:cNvPr id="8" name="Pladsholder til diagram 6">
            <a:extLst>
              <a:ext uri="{FF2B5EF4-FFF2-40B4-BE49-F238E27FC236}">
                <a16:creationId xmlns:a16="http://schemas.microsoft.com/office/drawing/2014/main" id="{421B4D2E-D8C2-4F79-05B9-D1118A1E269A}"/>
              </a:ext>
            </a:extLst>
          </p:cNvPr>
          <p:cNvSpPr>
            <a:spLocks noGrp="1"/>
          </p:cNvSpPr>
          <p:nvPr>
            <p:ph type="chart" sz="quarter" idx="16" hasCustomPrompt="1"/>
          </p:nvPr>
        </p:nvSpPr>
        <p:spPr>
          <a:xfrm>
            <a:off x="5515507" y="993901"/>
            <a:ext cx="4574640" cy="4379913"/>
          </a:xfrm>
        </p:spPr>
        <p:txBody>
          <a:bodyPr>
            <a:norm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/>
            </a:lvl1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r>
              <a:rPr lang="da-DK" dirty="0"/>
              <a:t>Indsæt evt. diagram eller lign.</a:t>
            </a:r>
          </a:p>
          <a:p>
            <a:pPr lvl="8"/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700216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536AF7-FD91-4C61-6854-502A41EA0B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a-DK" dirty="0"/>
              <a:t>Slide-overskrift </a:t>
            </a:r>
          </a:p>
        </p:txBody>
      </p:sp>
      <p:sp>
        <p:nvSpPr>
          <p:cNvPr id="3" name="Pladsholder til slidenummer 2">
            <a:extLst>
              <a:ext uri="{FF2B5EF4-FFF2-40B4-BE49-F238E27FC236}">
                <a16:creationId xmlns:a16="http://schemas.microsoft.com/office/drawing/2014/main" id="{CFB2A234-F16A-10B1-30DF-9227C1DD8C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7FA8C2-600D-420D-8C79-33897368C59E}" type="slidenum">
              <a:rPr lang="da-DK" smtClean="0"/>
              <a:t>‹nr.›</a:t>
            </a:fld>
            <a:endParaRPr lang="da-DK"/>
          </a:p>
        </p:txBody>
      </p:sp>
      <p:sp>
        <p:nvSpPr>
          <p:cNvPr id="4" name="Pladsholder til indhold 2">
            <a:extLst>
              <a:ext uri="{FF2B5EF4-FFF2-40B4-BE49-F238E27FC236}">
                <a16:creationId xmlns:a16="http://schemas.microsoft.com/office/drawing/2014/main" id="{4A4D1AC3-552B-DB70-AA8C-36BA5CF2FE9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01662" y="993901"/>
            <a:ext cx="4558735" cy="312278"/>
          </a:xfrm>
        </p:spPr>
        <p:txBody>
          <a:bodyPr anchor="ctr">
            <a:normAutofit/>
          </a:bodyPr>
          <a:lstStyle>
            <a:lvl1pPr marL="0" indent="0">
              <a:buNone/>
              <a:defRPr sz="1200" b="1"/>
            </a:lvl1pPr>
            <a:lvl2pPr algn="l">
              <a:defRPr sz="1600"/>
            </a:lvl2pPr>
            <a:lvl3pPr algn="l">
              <a:defRPr sz="1400"/>
            </a:lvl3pPr>
            <a:lvl4pPr algn="l">
              <a:defRPr sz="1200"/>
            </a:lvl4pPr>
            <a:lvl5pPr algn="l">
              <a:defRPr sz="1200"/>
            </a:lvl5pPr>
          </a:lstStyle>
          <a:p>
            <a:pPr lvl="0"/>
            <a:r>
              <a:rPr lang="da-DK" dirty="0"/>
              <a:t>Underoverskrift</a:t>
            </a:r>
          </a:p>
        </p:txBody>
      </p:sp>
      <p:sp>
        <p:nvSpPr>
          <p:cNvPr id="5" name="Pladsholder til indhold 2">
            <a:extLst>
              <a:ext uri="{FF2B5EF4-FFF2-40B4-BE49-F238E27FC236}">
                <a16:creationId xmlns:a16="http://schemas.microsoft.com/office/drawing/2014/main" id="{C44BAFA0-55E3-572F-6A8B-FF96FAB6CAAF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01662" y="1306180"/>
            <a:ext cx="4558735" cy="1833728"/>
          </a:xfrm>
        </p:spPr>
        <p:txBody>
          <a:bodyPr>
            <a:norm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 b="0"/>
            </a:lvl1pPr>
            <a:lvl2pPr algn="l">
              <a:defRPr sz="1200"/>
            </a:lvl2pPr>
            <a:lvl3pPr algn="l">
              <a:defRPr sz="1200"/>
            </a:lvl3pPr>
            <a:lvl4pPr algn="l">
              <a:defRPr sz="1200"/>
            </a:lvl4pPr>
            <a:lvl5pPr algn="l"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a-DK" dirty="0"/>
              <a:t>Indsæt tekst</a:t>
            </a:r>
          </a:p>
          <a:p>
            <a:pPr lvl="8"/>
            <a:endParaRPr lang="da-DK" dirty="0"/>
          </a:p>
        </p:txBody>
      </p:sp>
      <p:sp>
        <p:nvSpPr>
          <p:cNvPr id="6" name="Pladsholder til indhold 2">
            <a:extLst>
              <a:ext uri="{FF2B5EF4-FFF2-40B4-BE49-F238E27FC236}">
                <a16:creationId xmlns:a16="http://schemas.microsoft.com/office/drawing/2014/main" id="{0753B8BC-27B9-DADC-AA1B-C9A0779662C3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01660" y="3139908"/>
            <a:ext cx="4558735" cy="312278"/>
          </a:xfrm>
        </p:spPr>
        <p:txBody>
          <a:bodyPr anchor="ctr">
            <a:normAutofit/>
          </a:bodyPr>
          <a:lstStyle>
            <a:lvl1pPr marL="0" indent="0">
              <a:buNone/>
              <a:defRPr sz="1200" b="1"/>
            </a:lvl1pPr>
            <a:lvl2pPr algn="l">
              <a:defRPr sz="1600"/>
            </a:lvl2pPr>
            <a:lvl3pPr algn="l">
              <a:defRPr sz="1400"/>
            </a:lvl3pPr>
            <a:lvl4pPr algn="l">
              <a:defRPr sz="1200"/>
            </a:lvl4pPr>
            <a:lvl5pPr algn="l">
              <a:defRPr sz="1200"/>
            </a:lvl5pPr>
          </a:lstStyle>
          <a:p>
            <a:pPr lvl="0"/>
            <a:r>
              <a:rPr lang="da-DK" dirty="0"/>
              <a:t>Underoverskrift</a:t>
            </a:r>
          </a:p>
        </p:txBody>
      </p:sp>
      <p:sp>
        <p:nvSpPr>
          <p:cNvPr id="7" name="Pladsholder til indhold 2">
            <a:extLst>
              <a:ext uri="{FF2B5EF4-FFF2-40B4-BE49-F238E27FC236}">
                <a16:creationId xmlns:a16="http://schemas.microsoft.com/office/drawing/2014/main" id="{D0A205AC-0B49-F258-301F-ABADCBD9A6DF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601660" y="3452186"/>
            <a:ext cx="4558735" cy="1921628"/>
          </a:xfrm>
        </p:spPr>
        <p:txBody>
          <a:bodyPr>
            <a:norm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 b="0"/>
            </a:lvl1pPr>
            <a:lvl2pPr algn="l">
              <a:defRPr sz="1200"/>
            </a:lvl2pPr>
            <a:lvl3pPr algn="l">
              <a:defRPr sz="1200"/>
            </a:lvl3pPr>
            <a:lvl4pPr algn="l">
              <a:defRPr sz="1200"/>
            </a:lvl4pPr>
            <a:lvl5pPr algn="l"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a-DK" dirty="0"/>
              <a:t>Indsæt tekst</a:t>
            </a:r>
          </a:p>
          <a:p>
            <a:pPr lvl="8"/>
            <a:endParaRPr lang="da-DK" dirty="0"/>
          </a:p>
        </p:txBody>
      </p:sp>
      <p:sp>
        <p:nvSpPr>
          <p:cNvPr id="8" name="Pladsholder til indhold 2">
            <a:extLst>
              <a:ext uri="{FF2B5EF4-FFF2-40B4-BE49-F238E27FC236}">
                <a16:creationId xmlns:a16="http://schemas.microsoft.com/office/drawing/2014/main" id="{A4FA6E19-7E1F-3688-C668-909202F7B26A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5531413" y="993900"/>
            <a:ext cx="4558735" cy="312278"/>
          </a:xfrm>
        </p:spPr>
        <p:txBody>
          <a:bodyPr anchor="ctr">
            <a:normAutofit/>
          </a:bodyPr>
          <a:lstStyle>
            <a:lvl1pPr marL="0" indent="0">
              <a:buNone/>
              <a:defRPr sz="1200" b="1"/>
            </a:lvl1pPr>
            <a:lvl2pPr algn="l">
              <a:defRPr sz="1600"/>
            </a:lvl2pPr>
            <a:lvl3pPr algn="l">
              <a:defRPr sz="1400"/>
            </a:lvl3pPr>
            <a:lvl4pPr algn="l">
              <a:defRPr sz="1200"/>
            </a:lvl4pPr>
            <a:lvl5pPr algn="l">
              <a:defRPr sz="1200"/>
            </a:lvl5pPr>
          </a:lstStyle>
          <a:p>
            <a:pPr lvl="0"/>
            <a:r>
              <a:rPr lang="da-DK" dirty="0"/>
              <a:t>Underoverskrift</a:t>
            </a:r>
          </a:p>
        </p:txBody>
      </p:sp>
      <p:sp>
        <p:nvSpPr>
          <p:cNvPr id="9" name="Pladsholder til indhold 2">
            <a:extLst>
              <a:ext uri="{FF2B5EF4-FFF2-40B4-BE49-F238E27FC236}">
                <a16:creationId xmlns:a16="http://schemas.microsoft.com/office/drawing/2014/main" id="{B107BDB8-A406-64AC-EDF4-F77F87B1901E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5531413" y="1306179"/>
            <a:ext cx="4558735" cy="1833728"/>
          </a:xfrm>
        </p:spPr>
        <p:txBody>
          <a:bodyPr>
            <a:norm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 b="0"/>
            </a:lvl1pPr>
            <a:lvl2pPr algn="l">
              <a:defRPr sz="1400"/>
            </a:lvl2pPr>
            <a:lvl3pPr algn="l">
              <a:defRPr sz="1400"/>
            </a:lvl3pPr>
            <a:lvl4pPr algn="l">
              <a:defRPr sz="1200"/>
            </a:lvl4pPr>
            <a:lvl5pPr algn="l">
              <a:defRPr sz="1200"/>
            </a:lvl5pPr>
          </a:lstStyle>
          <a:p>
            <a:pPr lvl="0"/>
            <a:r>
              <a:rPr lang="da-DK" dirty="0"/>
              <a:t>Indsæt tekst</a:t>
            </a:r>
          </a:p>
          <a:p>
            <a:pPr lvl="0"/>
            <a:endParaRPr lang="da-DK" dirty="0"/>
          </a:p>
        </p:txBody>
      </p:sp>
      <p:sp>
        <p:nvSpPr>
          <p:cNvPr id="10" name="Pladsholder til indhold 2">
            <a:extLst>
              <a:ext uri="{FF2B5EF4-FFF2-40B4-BE49-F238E27FC236}">
                <a16:creationId xmlns:a16="http://schemas.microsoft.com/office/drawing/2014/main" id="{148702E3-2384-CCAA-20D9-ABECC81C68CC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5531411" y="3139907"/>
            <a:ext cx="4558735" cy="312278"/>
          </a:xfrm>
        </p:spPr>
        <p:txBody>
          <a:bodyPr anchor="ctr">
            <a:normAutofit/>
          </a:bodyPr>
          <a:lstStyle>
            <a:lvl1pPr marL="0" indent="0">
              <a:buNone/>
              <a:defRPr sz="1200" b="1"/>
            </a:lvl1pPr>
            <a:lvl2pPr algn="l">
              <a:defRPr sz="1600"/>
            </a:lvl2pPr>
            <a:lvl3pPr algn="l">
              <a:defRPr sz="1400"/>
            </a:lvl3pPr>
            <a:lvl4pPr algn="l">
              <a:defRPr sz="1200"/>
            </a:lvl4pPr>
            <a:lvl5pPr algn="l">
              <a:defRPr sz="1200"/>
            </a:lvl5pPr>
          </a:lstStyle>
          <a:p>
            <a:pPr lvl="0"/>
            <a:r>
              <a:rPr lang="da-DK" dirty="0"/>
              <a:t>Underoverskrift</a:t>
            </a:r>
          </a:p>
        </p:txBody>
      </p:sp>
      <p:sp>
        <p:nvSpPr>
          <p:cNvPr id="11" name="Pladsholder til indhold 2">
            <a:extLst>
              <a:ext uri="{FF2B5EF4-FFF2-40B4-BE49-F238E27FC236}">
                <a16:creationId xmlns:a16="http://schemas.microsoft.com/office/drawing/2014/main" id="{77721F27-26C0-9FBD-B97B-92A9204CB163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5531411" y="3452185"/>
            <a:ext cx="4558735" cy="1921628"/>
          </a:xfrm>
        </p:spPr>
        <p:txBody>
          <a:bodyPr>
            <a:norm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 b="0"/>
            </a:lvl1pPr>
            <a:lvl2pPr algn="l">
              <a:defRPr sz="1200"/>
            </a:lvl2pPr>
            <a:lvl3pPr algn="l">
              <a:defRPr sz="1200"/>
            </a:lvl3pPr>
            <a:lvl4pPr algn="l">
              <a:defRPr sz="1200"/>
            </a:lvl4pPr>
            <a:lvl5pPr algn="l"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a-DK" dirty="0"/>
              <a:t>Indsæt tekst</a:t>
            </a:r>
          </a:p>
          <a:p>
            <a:pPr lvl="8"/>
            <a:endParaRPr lang="da-DK" dirty="0"/>
          </a:p>
          <a:p>
            <a:pPr lvl="8"/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97805255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F5E46D-170C-3C9C-74EE-8A136A69E1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a-DK" dirty="0"/>
              <a:t>Slide-overskrift </a:t>
            </a:r>
          </a:p>
        </p:txBody>
      </p:sp>
      <p:sp>
        <p:nvSpPr>
          <p:cNvPr id="3" name="Pladsholder til slidenummer 2">
            <a:extLst>
              <a:ext uri="{FF2B5EF4-FFF2-40B4-BE49-F238E27FC236}">
                <a16:creationId xmlns:a16="http://schemas.microsoft.com/office/drawing/2014/main" id="{DB555930-4310-37A4-61A9-24A68A419A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7FA8C2-600D-420D-8C79-33897368C59E}" type="slidenum">
              <a:rPr lang="da-DK" smtClean="0"/>
              <a:t>‹nr.›</a:t>
            </a:fld>
            <a:endParaRPr lang="da-DK" dirty="0"/>
          </a:p>
        </p:txBody>
      </p:sp>
      <p:sp>
        <p:nvSpPr>
          <p:cNvPr id="6" name="Pladsholder til indhold 2">
            <a:extLst>
              <a:ext uri="{FF2B5EF4-FFF2-40B4-BE49-F238E27FC236}">
                <a16:creationId xmlns:a16="http://schemas.microsoft.com/office/drawing/2014/main" id="{17DF1A56-17CD-40AB-B3EC-97D6625FC0FA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01662" y="993901"/>
            <a:ext cx="4548088" cy="312278"/>
          </a:xfrm>
        </p:spPr>
        <p:txBody>
          <a:bodyPr anchor="ctr">
            <a:normAutofit/>
          </a:bodyPr>
          <a:lstStyle>
            <a:lvl1pPr marL="0" indent="0">
              <a:buNone/>
              <a:defRPr sz="1200" b="1"/>
            </a:lvl1pPr>
            <a:lvl2pPr algn="l">
              <a:defRPr sz="1600"/>
            </a:lvl2pPr>
            <a:lvl3pPr algn="l">
              <a:defRPr sz="1400"/>
            </a:lvl3pPr>
            <a:lvl4pPr algn="l">
              <a:defRPr sz="1200"/>
            </a:lvl4pPr>
            <a:lvl5pPr algn="l">
              <a:defRPr sz="1200"/>
            </a:lvl5pPr>
          </a:lstStyle>
          <a:p>
            <a:pPr lvl="0"/>
            <a:r>
              <a:rPr lang="da-DK" dirty="0"/>
              <a:t>Underoverskrift</a:t>
            </a:r>
          </a:p>
        </p:txBody>
      </p:sp>
      <p:sp>
        <p:nvSpPr>
          <p:cNvPr id="7" name="Pladsholder til indhold 2">
            <a:extLst>
              <a:ext uri="{FF2B5EF4-FFF2-40B4-BE49-F238E27FC236}">
                <a16:creationId xmlns:a16="http://schemas.microsoft.com/office/drawing/2014/main" id="{A8C71F77-BB7D-21B9-9C5A-2A8D7B5DBE4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01662" y="1306180"/>
            <a:ext cx="4548088" cy="1144412"/>
          </a:xfrm>
        </p:spPr>
        <p:txBody>
          <a:bodyPr>
            <a:norm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 b="0"/>
            </a:lvl1pPr>
            <a:lvl2pPr algn="l">
              <a:defRPr sz="1200"/>
            </a:lvl2pPr>
            <a:lvl3pPr algn="l">
              <a:defRPr sz="1200"/>
            </a:lvl3pPr>
            <a:lvl4pPr algn="l">
              <a:defRPr sz="1200"/>
            </a:lvl4pPr>
            <a:lvl5pPr algn="l"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a-DK" dirty="0"/>
              <a:t>Indsæt tekst</a:t>
            </a:r>
          </a:p>
          <a:p>
            <a:pPr lvl="8"/>
            <a:endParaRPr lang="da-DK" dirty="0"/>
          </a:p>
          <a:p>
            <a:pPr lvl="0"/>
            <a:endParaRPr lang="da-DK" dirty="0"/>
          </a:p>
        </p:txBody>
      </p:sp>
      <p:sp>
        <p:nvSpPr>
          <p:cNvPr id="8" name="Pladsholder til indhold 2">
            <a:extLst>
              <a:ext uri="{FF2B5EF4-FFF2-40B4-BE49-F238E27FC236}">
                <a16:creationId xmlns:a16="http://schemas.microsoft.com/office/drawing/2014/main" id="{E8E3216B-9AF5-3B4D-BC47-FC3FFEBC5AC1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01662" y="2450592"/>
            <a:ext cx="4548088" cy="312278"/>
          </a:xfrm>
        </p:spPr>
        <p:txBody>
          <a:bodyPr anchor="ctr">
            <a:normAutofit/>
          </a:bodyPr>
          <a:lstStyle>
            <a:lvl1pPr marL="0" indent="0">
              <a:buNone/>
              <a:defRPr sz="1200" b="1"/>
            </a:lvl1pPr>
            <a:lvl2pPr algn="l">
              <a:defRPr sz="1600"/>
            </a:lvl2pPr>
            <a:lvl3pPr algn="l">
              <a:defRPr sz="1400"/>
            </a:lvl3pPr>
            <a:lvl4pPr algn="l">
              <a:defRPr sz="1200"/>
            </a:lvl4pPr>
            <a:lvl5pPr algn="l">
              <a:defRPr sz="1200"/>
            </a:lvl5pPr>
          </a:lstStyle>
          <a:p>
            <a:pPr lvl="0"/>
            <a:r>
              <a:rPr lang="da-DK" dirty="0"/>
              <a:t>Underoverskrift</a:t>
            </a:r>
          </a:p>
        </p:txBody>
      </p:sp>
      <p:sp>
        <p:nvSpPr>
          <p:cNvPr id="9" name="Pladsholder til indhold 2">
            <a:extLst>
              <a:ext uri="{FF2B5EF4-FFF2-40B4-BE49-F238E27FC236}">
                <a16:creationId xmlns:a16="http://schemas.microsoft.com/office/drawing/2014/main" id="{ABFBEF50-DA2A-A01A-086F-940AAAD0FF53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01662" y="2762871"/>
            <a:ext cx="4548088" cy="1144412"/>
          </a:xfrm>
        </p:spPr>
        <p:txBody>
          <a:bodyPr>
            <a:norm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 b="0"/>
            </a:lvl1pPr>
            <a:lvl2pPr algn="l">
              <a:defRPr sz="1200"/>
            </a:lvl2pPr>
            <a:lvl3pPr algn="l">
              <a:defRPr sz="1200"/>
            </a:lvl3pPr>
            <a:lvl4pPr algn="l">
              <a:defRPr sz="1200"/>
            </a:lvl4pPr>
            <a:lvl5pPr algn="l"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a-DK" dirty="0"/>
              <a:t>Indsæt tekst</a:t>
            </a:r>
          </a:p>
          <a:p>
            <a:pPr lvl="8"/>
            <a:endParaRPr lang="da-DK" dirty="0"/>
          </a:p>
          <a:p>
            <a:pPr lvl="3"/>
            <a:endParaRPr lang="da-DK" dirty="0"/>
          </a:p>
          <a:p>
            <a:pPr lvl="0"/>
            <a:endParaRPr lang="da-DK" dirty="0"/>
          </a:p>
        </p:txBody>
      </p:sp>
      <p:sp>
        <p:nvSpPr>
          <p:cNvPr id="10" name="Pladsholder til indhold 2">
            <a:extLst>
              <a:ext uri="{FF2B5EF4-FFF2-40B4-BE49-F238E27FC236}">
                <a16:creationId xmlns:a16="http://schemas.microsoft.com/office/drawing/2014/main" id="{EC834F2A-DF7D-380E-261C-C4440419E3C7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1662" y="3907282"/>
            <a:ext cx="4548088" cy="312278"/>
          </a:xfrm>
        </p:spPr>
        <p:txBody>
          <a:bodyPr anchor="ctr">
            <a:normAutofit/>
          </a:bodyPr>
          <a:lstStyle>
            <a:lvl1pPr marL="0" indent="0">
              <a:buNone/>
              <a:defRPr sz="1200" b="1"/>
            </a:lvl1pPr>
            <a:lvl2pPr algn="l">
              <a:defRPr sz="1600"/>
            </a:lvl2pPr>
            <a:lvl3pPr algn="l">
              <a:defRPr sz="1400"/>
            </a:lvl3pPr>
            <a:lvl4pPr algn="l">
              <a:defRPr sz="1200"/>
            </a:lvl4pPr>
            <a:lvl5pPr algn="l">
              <a:defRPr sz="1200"/>
            </a:lvl5pPr>
          </a:lstStyle>
          <a:p>
            <a:pPr lvl="0"/>
            <a:r>
              <a:rPr lang="da-DK" dirty="0"/>
              <a:t>Underoverskrift</a:t>
            </a:r>
          </a:p>
        </p:txBody>
      </p:sp>
      <p:sp>
        <p:nvSpPr>
          <p:cNvPr id="11" name="Pladsholder til indhold 2">
            <a:extLst>
              <a:ext uri="{FF2B5EF4-FFF2-40B4-BE49-F238E27FC236}">
                <a16:creationId xmlns:a16="http://schemas.microsoft.com/office/drawing/2014/main" id="{57F148AC-32C4-9832-E9F6-E81B8DA95839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601662" y="4219561"/>
            <a:ext cx="4548088" cy="1154253"/>
          </a:xfrm>
        </p:spPr>
        <p:txBody>
          <a:bodyPr>
            <a:norm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 b="0"/>
            </a:lvl1pPr>
            <a:lvl2pPr algn="l">
              <a:defRPr sz="1200"/>
            </a:lvl2pPr>
            <a:lvl3pPr algn="l">
              <a:defRPr sz="1200"/>
            </a:lvl3pPr>
            <a:lvl4pPr algn="l">
              <a:defRPr sz="1200"/>
            </a:lvl4pPr>
            <a:lvl5pPr algn="l"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a-DK" dirty="0"/>
              <a:t>Indsæt tekst</a:t>
            </a:r>
          </a:p>
          <a:p>
            <a:pPr lvl="8"/>
            <a:endParaRPr lang="da-DK" dirty="0"/>
          </a:p>
          <a:p>
            <a:pPr lvl="0"/>
            <a:endParaRPr lang="da-DK" dirty="0"/>
          </a:p>
        </p:txBody>
      </p:sp>
      <p:sp>
        <p:nvSpPr>
          <p:cNvPr id="12" name="Pladsholder til diagram 6">
            <a:extLst>
              <a:ext uri="{FF2B5EF4-FFF2-40B4-BE49-F238E27FC236}">
                <a16:creationId xmlns:a16="http://schemas.microsoft.com/office/drawing/2014/main" id="{E3022A72-A833-CE2F-A4B4-9E6CE90F5A7C}"/>
              </a:ext>
            </a:extLst>
          </p:cNvPr>
          <p:cNvSpPr>
            <a:spLocks noGrp="1"/>
          </p:cNvSpPr>
          <p:nvPr>
            <p:ph type="chart" sz="quarter" idx="18" hasCustomPrompt="1"/>
          </p:nvPr>
        </p:nvSpPr>
        <p:spPr>
          <a:xfrm>
            <a:off x="5542059" y="993901"/>
            <a:ext cx="4548088" cy="4379913"/>
          </a:xfrm>
        </p:spPr>
        <p:txBody>
          <a:bodyPr>
            <a:norm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/>
            </a:lvl1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r>
              <a:rPr lang="da-DK" dirty="0"/>
              <a:t>Indsæt evt. diagram eller lign.</a:t>
            </a:r>
          </a:p>
          <a:p>
            <a:pPr lvl="8"/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249261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slidenummer 2">
            <a:extLst>
              <a:ext uri="{FF2B5EF4-FFF2-40B4-BE49-F238E27FC236}">
                <a16:creationId xmlns:a16="http://schemas.microsoft.com/office/drawing/2014/main" id="{7FDC814A-3A22-099F-3144-B4E8C4E889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7FA8C2-600D-420D-8C79-33897368C59E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38E8B17F-14DD-C0BB-D06B-11D7D3D1EDE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565554" y="671265"/>
            <a:ext cx="9524593" cy="1427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20907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kilde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lede 4" descr="Et billede, der indeholder udendørs, efterår, landskab, vildnis&#10;&#10;Automatisk genereret beskrivelse">
            <a:extLst>
              <a:ext uri="{FF2B5EF4-FFF2-40B4-BE49-F238E27FC236}">
                <a16:creationId xmlns:a16="http://schemas.microsoft.com/office/drawing/2014/main" id="{30251998-021E-3DDD-5D43-D97FEDED3FE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88" t="4325" r="19343"/>
          <a:stretch/>
        </p:blipFill>
        <p:spPr>
          <a:xfrm>
            <a:off x="-1" y="-1"/>
            <a:ext cx="10691813" cy="6011863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223F7AC-C4FD-EC7C-6A97-299DE2FC0B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" y="2642868"/>
            <a:ext cx="9488488" cy="726129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da-DK" noProof="0" dirty="0"/>
              <a:t>Skriv titel </a:t>
            </a:r>
          </a:p>
        </p:txBody>
      </p:sp>
    </p:spTree>
    <p:extLst>
      <p:ext uri="{BB962C8B-B14F-4D97-AF65-F5344CB8AC3E}">
        <p14:creationId xmlns:p14="http://schemas.microsoft.com/office/powerpoint/2010/main" val="14848921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kilde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lede 2" descr="Et billede, der indeholder udendørs, vand, sky, Kystformationer&#10;&#10;Automatisk genereret beskrivelse">
            <a:extLst>
              <a:ext uri="{FF2B5EF4-FFF2-40B4-BE49-F238E27FC236}">
                <a16:creationId xmlns:a16="http://schemas.microsoft.com/office/drawing/2014/main" id="{555503A5-3C08-E3F1-6678-097515C7FF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8" y="0"/>
            <a:ext cx="10687756" cy="6011863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0C4AF617-45D2-6F22-32BA-A5B4036937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" y="2642868"/>
            <a:ext cx="9488488" cy="726129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da-DK" noProof="0" dirty="0"/>
              <a:t>Skriv titel </a:t>
            </a:r>
          </a:p>
        </p:txBody>
      </p:sp>
    </p:spTree>
    <p:extLst>
      <p:ext uri="{BB962C8B-B14F-4D97-AF65-F5344CB8AC3E}">
        <p14:creationId xmlns:p14="http://schemas.microsoft.com/office/powerpoint/2010/main" val="18107900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kilde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lede 4" descr="Et billede, der indeholder bygning, bygningsmateriale, sten, klippe&#10;&#10;Automatisk genereret beskrivelse">
            <a:extLst>
              <a:ext uri="{FF2B5EF4-FFF2-40B4-BE49-F238E27FC236}">
                <a16:creationId xmlns:a16="http://schemas.microsoft.com/office/drawing/2014/main" id="{6C2EB764-0B56-697E-8A4E-5D9141C1B9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28" r="29145"/>
          <a:stretch/>
        </p:blipFill>
        <p:spPr>
          <a:xfrm>
            <a:off x="-1" y="-1"/>
            <a:ext cx="10691813" cy="6011863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4408C568-D796-5135-C9F1-7B8AD9A7C8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" y="2642868"/>
            <a:ext cx="9488488" cy="726129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da-DK" noProof="0" dirty="0"/>
              <a:t>Skriv titel </a:t>
            </a:r>
          </a:p>
        </p:txBody>
      </p:sp>
    </p:spTree>
    <p:extLst>
      <p:ext uri="{BB962C8B-B14F-4D97-AF65-F5344CB8AC3E}">
        <p14:creationId xmlns:p14="http://schemas.microsoft.com/office/powerpoint/2010/main" val="39680133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kilde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lede 2" descr="Et billede, der indeholder udendørs, sky, vand, solnedgang&#10;&#10;Automatisk genereret beskrivelse">
            <a:extLst>
              <a:ext uri="{FF2B5EF4-FFF2-40B4-BE49-F238E27FC236}">
                <a16:creationId xmlns:a16="http://schemas.microsoft.com/office/drawing/2014/main" id="{116486B9-CE4E-9687-AB79-B9BF4ED810E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6" y="0"/>
            <a:ext cx="10686001" cy="6011863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76F49D34-DD7C-A2CF-2633-FDB1384E0C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" y="2642868"/>
            <a:ext cx="9488488" cy="726129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da-DK" noProof="0" dirty="0"/>
              <a:t>Overskrift </a:t>
            </a:r>
          </a:p>
        </p:txBody>
      </p:sp>
    </p:spTree>
    <p:extLst>
      <p:ext uri="{BB962C8B-B14F-4D97-AF65-F5344CB8AC3E}">
        <p14:creationId xmlns:p14="http://schemas.microsoft.com/office/powerpoint/2010/main" val="27163894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ut-slide fondmæg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3">
            <a:extLst>
              <a:ext uri="{FF2B5EF4-FFF2-40B4-BE49-F238E27FC236}">
                <a16:creationId xmlns:a16="http://schemas.microsoft.com/office/drawing/2014/main" id="{222EA6B8-5D74-4032-E779-328C20128EE6}"/>
              </a:ext>
            </a:extLst>
          </p:cNvPr>
          <p:cNvSpPr/>
          <p:nvPr userDrawn="1"/>
        </p:nvSpPr>
        <p:spPr>
          <a:xfrm>
            <a:off x="-1" y="-1"/>
            <a:ext cx="10691813" cy="6011863"/>
          </a:xfrm>
          <a:prstGeom prst="rect">
            <a:avLst/>
          </a:prstGeom>
          <a:solidFill>
            <a:srgbClr val="5C5F4A"/>
          </a:solidFill>
          <a:ln>
            <a:solidFill>
              <a:srgbClr val="5C5F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pic>
        <p:nvPicPr>
          <p:cNvPr id="5" name="Billede 6">
            <a:extLst>
              <a:ext uri="{FF2B5EF4-FFF2-40B4-BE49-F238E27FC236}">
                <a16:creationId xmlns:a16="http://schemas.microsoft.com/office/drawing/2014/main" id="{1B138904-4C7F-4ED8-7C72-760B1313F2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95773" y="2490679"/>
            <a:ext cx="4500264" cy="1030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0549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ut-slide Ho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3">
            <a:extLst>
              <a:ext uri="{FF2B5EF4-FFF2-40B4-BE49-F238E27FC236}">
                <a16:creationId xmlns:a16="http://schemas.microsoft.com/office/drawing/2014/main" id="{3BCFA539-EC01-BEE6-51FE-AEE93DB3AD8C}"/>
              </a:ext>
            </a:extLst>
          </p:cNvPr>
          <p:cNvSpPr/>
          <p:nvPr userDrawn="1"/>
        </p:nvSpPr>
        <p:spPr>
          <a:xfrm>
            <a:off x="-1" y="-1"/>
            <a:ext cx="10691813" cy="6011863"/>
          </a:xfrm>
          <a:prstGeom prst="rect">
            <a:avLst/>
          </a:prstGeom>
          <a:solidFill>
            <a:srgbClr val="5C5F4A"/>
          </a:solidFill>
          <a:ln>
            <a:solidFill>
              <a:srgbClr val="5C5F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pic>
        <p:nvPicPr>
          <p:cNvPr id="5" name="Billede 6">
            <a:extLst>
              <a:ext uri="{FF2B5EF4-FFF2-40B4-BE49-F238E27FC236}">
                <a16:creationId xmlns:a16="http://schemas.microsoft.com/office/drawing/2014/main" id="{666F66D6-B38A-36BF-AB87-447BCE7633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23273" b="25583"/>
          <a:stretch/>
        </p:blipFill>
        <p:spPr>
          <a:xfrm>
            <a:off x="3095774" y="2742406"/>
            <a:ext cx="4500264" cy="527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251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>
            <a:extLst>
              <a:ext uri="{FF2B5EF4-FFF2-40B4-BE49-F238E27FC236}">
                <a16:creationId xmlns:a16="http://schemas.microsoft.com/office/drawing/2014/main" id="{C3CEAA3F-C1D0-637A-0E27-B06ECCFB8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659" y="245493"/>
            <a:ext cx="9488489" cy="77447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a-DK" dirty="0"/>
              <a:t>Overskrift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F512D528-1B9A-5314-9FF3-CE63ABD8C9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1659" y="1564368"/>
            <a:ext cx="9488489" cy="3814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 dirty="0"/>
              <a:t>Klik for at redigere teksttypografierne i masteren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FBBBE7F2-6A4E-FCBB-1309-2DE7F58920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685085" y="5687409"/>
            <a:ext cx="2405062" cy="3206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7FA8C2-600D-420D-8C79-33897368C59E}" type="slidenum">
              <a:rPr lang="da-DK" smtClean="0"/>
              <a:pPr/>
              <a:t>‹nr.›</a:t>
            </a:fld>
            <a:endParaRPr lang="da-DK" dirty="0"/>
          </a:p>
        </p:txBody>
      </p:sp>
      <p:cxnSp>
        <p:nvCxnSpPr>
          <p:cNvPr id="8" name="Straight Connector 10">
            <a:extLst>
              <a:ext uri="{FF2B5EF4-FFF2-40B4-BE49-F238E27FC236}">
                <a16:creationId xmlns:a16="http://schemas.microsoft.com/office/drawing/2014/main" id="{1F70A783-DA69-A7E7-792F-2CF95760B1E4}"/>
              </a:ext>
            </a:extLst>
          </p:cNvPr>
          <p:cNvCxnSpPr>
            <a:cxnSpLocks/>
          </p:cNvCxnSpPr>
          <p:nvPr userDrawn="1"/>
        </p:nvCxnSpPr>
        <p:spPr>
          <a:xfrm>
            <a:off x="601658" y="746699"/>
            <a:ext cx="9488489" cy="0"/>
          </a:xfrm>
          <a:prstGeom prst="line">
            <a:avLst/>
          </a:prstGeom>
          <a:ln w="952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3" name="Picture 8">
            <a:extLst>
              <a:ext uri="{FF2B5EF4-FFF2-40B4-BE49-F238E27FC236}">
                <a16:creationId xmlns:a16="http://schemas.microsoft.com/office/drawing/2014/main" id="{FD26F04E-1C8E-AFF9-38B3-0E08555BBB75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658" y="5802695"/>
            <a:ext cx="1666874" cy="90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496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701" r:id="rId2"/>
    <p:sldLayoutId id="2147483688" r:id="rId3"/>
    <p:sldLayoutId id="2147483702" r:id="rId4"/>
    <p:sldLayoutId id="2147483726" r:id="rId5"/>
    <p:sldLayoutId id="2147483693" r:id="rId6"/>
    <p:sldLayoutId id="2147483694" r:id="rId7"/>
    <p:sldLayoutId id="2147483695" r:id="rId8"/>
    <p:sldLayoutId id="2147483698" r:id="rId9"/>
    <p:sldLayoutId id="2147483703" r:id="rId10"/>
    <p:sldLayoutId id="2147483689" r:id="rId11"/>
    <p:sldLayoutId id="2147483699" r:id="rId12"/>
    <p:sldLayoutId id="2147483690" r:id="rId13"/>
    <p:sldLayoutId id="2147483691" r:id="rId14"/>
    <p:sldLayoutId id="2147483700" r:id="rId15"/>
    <p:sldLayoutId id="2147483692" r:id="rId1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Baskerville Old Face" panose="02020602080505020303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Gill Sans MT" panose="020B0502020104020203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Gill Sans MT" panose="020B0502020104020203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Gill Sans MT" panose="020B0502020104020203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Gill Sans MT" panose="020B0502020104020203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Gill Sans MT" panose="020B05020201040202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7D5C361-8459-FB16-25C2-B1E0EE6FE45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Titel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462A5087-6440-F7A8-8A75-6CAA2929704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a-DK" dirty="0"/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val="41404645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FC96289C-8808-9EED-15C4-7E93094DF14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77FA8C2-600D-420D-8C79-33897368C59E}" type="slidenum">
              <a:rPr lang="da-DK" smtClean="0"/>
              <a:pPr/>
              <a:t>2</a:t>
            </a:fld>
            <a:endParaRPr lang="da-DK" dirty="0"/>
          </a:p>
        </p:txBody>
      </p:sp>
      <p:sp>
        <p:nvSpPr>
          <p:cNvPr id="3" name="Pladsholder til billede 2">
            <a:extLst>
              <a:ext uri="{FF2B5EF4-FFF2-40B4-BE49-F238E27FC236}">
                <a16:creationId xmlns:a16="http://schemas.microsoft.com/office/drawing/2014/main" id="{E79DC825-0F8B-4C3F-B6A1-2E7CBC327CB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F6CB6F2A-926D-D009-A98B-FB2B268EEB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indhold 4">
            <a:extLst>
              <a:ext uri="{FF2B5EF4-FFF2-40B4-BE49-F238E27FC236}">
                <a16:creationId xmlns:a16="http://schemas.microsoft.com/office/drawing/2014/main" id="{9DD5B8DF-F601-61B9-6519-6E1B27304D66}"/>
              </a:ext>
            </a:extLst>
          </p:cNvPr>
          <p:cNvSpPr>
            <a:spLocks noGrp="1"/>
          </p:cNvSpPr>
          <p:nvPr>
            <p:ph idx="16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DEDEC9D8-A33B-00BE-6015-BC2D5B472F05}"/>
              </a:ext>
            </a:extLst>
          </p:cNvPr>
          <p:cNvSpPr>
            <a:spLocks noGrp="1"/>
          </p:cNvSpPr>
          <p:nvPr>
            <p:ph idx="17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indhold 6">
            <a:extLst>
              <a:ext uri="{FF2B5EF4-FFF2-40B4-BE49-F238E27FC236}">
                <a16:creationId xmlns:a16="http://schemas.microsoft.com/office/drawing/2014/main" id="{B3951DB3-A523-854D-2D24-DE4CA1C97CE5}"/>
              </a:ext>
            </a:extLst>
          </p:cNvPr>
          <p:cNvSpPr>
            <a:spLocks noGrp="1"/>
          </p:cNvSpPr>
          <p:nvPr>
            <p:ph idx="18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8" name="Pladsholder til indhold 7">
            <a:extLst>
              <a:ext uri="{FF2B5EF4-FFF2-40B4-BE49-F238E27FC236}">
                <a16:creationId xmlns:a16="http://schemas.microsoft.com/office/drawing/2014/main" id="{78E6D541-8F3B-60C7-8C10-094C5A62020E}"/>
              </a:ext>
            </a:extLst>
          </p:cNvPr>
          <p:cNvSpPr>
            <a:spLocks noGrp="1"/>
          </p:cNvSpPr>
          <p:nvPr>
            <p:ph idx="19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indhold 8">
            <a:extLst>
              <a:ext uri="{FF2B5EF4-FFF2-40B4-BE49-F238E27FC236}">
                <a16:creationId xmlns:a16="http://schemas.microsoft.com/office/drawing/2014/main" id="{F2522400-1A71-0710-61AC-9323225106BD}"/>
              </a:ext>
            </a:extLst>
          </p:cNvPr>
          <p:cNvSpPr>
            <a:spLocks noGrp="1"/>
          </p:cNvSpPr>
          <p:nvPr>
            <p:ph idx="20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10" name="Pladsholder til tekst 9">
            <a:extLst>
              <a:ext uri="{FF2B5EF4-FFF2-40B4-BE49-F238E27FC236}">
                <a16:creationId xmlns:a16="http://schemas.microsoft.com/office/drawing/2014/main" id="{0FFDA70D-F7C6-DC82-65A8-54B74E60FA8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11" name="Pladsholder til indhold 10">
            <a:extLst>
              <a:ext uri="{FF2B5EF4-FFF2-40B4-BE49-F238E27FC236}">
                <a16:creationId xmlns:a16="http://schemas.microsoft.com/office/drawing/2014/main" id="{38E63BB7-D92A-EDEC-A1C7-2BC4CE135CCC}"/>
              </a:ext>
            </a:extLst>
          </p:cNvPr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12" name="Pladsholder til billede 11">
            <a:extLst>
              <a:ext uri="{FF2B5EF4-FFF2-40B4-BE49-F238E27FC236}">
                <a16:creationId xmlns:a16="http://schemas.microsoft.com/office/drawing/2014/main" id="{71CBFB51-F1DC-1AB4-23E3-F57BF68128D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13" name="Pladsholder til billede 12">
            <a:extLst>
              <a:ext uri="{FF2B5EF4-FFF2-40B4-BE49-F238E27FC236}">
                <a16:creationId xmlns:a16="http://schemas.microsoft.com/office/drawing/2014/main" id="{C4584F6A-D8DD-F419-0AE0-85A6AB9A805A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14" name="Pladsholder til tekst 13">
            <a:extLst>
              <a:ext uri="{FF2B5EF4-FFF2-40B4-BE49-F238E27FC236}">
                <a16:creationId xmlns:a16="http://schemas.microsoft.com/office/drawing/2014/main" id="{B7C9B5ED-D4AF-764D-A5ED-329E10A4B1A8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15" name="Pladsholder til tekst 14">
            <a:extLst>
              <a:ext uri="{FF2B5EF4-FFF2-40B4-BE49-F238E27FC236}">
                <a16:creationId xmlns:a16="http://schemas.microsoft.com/office/drawing/2014/main" id="{0A8F0854-C4E3-5AF1-9AD8-297B953E64F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16" name="Pladsholder til tekst 15">
            <a:extLst>
              <a:ext uri="{FF2B5EF4-FFF2-40B4-BE49-F238E27FC236}">
                <a16:creationId xmlns:a16="http://schemas.microsoft.com/office/drawing/2014/main" id="{ABE5BFE2-8722-9E0C-813A-907C4757421A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17" name="Pladsholder til tekst 16">
            <a:extLst>
              <a:ext uri="{FF2B5EF4-FFF2-40B4-BE49-F238E27FC236}">
                <a16:creationId xmlns:a16="http://schemas.microsoft.com/office/drawing/2014/main" id="{8E849B02-BF4D-328D-506C-289E9AB19208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18" name="Pladsholder til tekst 17">
            <a:extLst>
              <a:ext uri="{FF2B5EF4-FFF2-40B4-BE49-F238E27FC236}">
                <a16:creationId xmlns:a16="http://schemas.microsoft.com/office/drawing/2014/main" id="{204111AA-C8A4-73C7-2EF9-0A0D0140FCE6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19" name="Pladsholder til tekst 18">
            <a:extLst>
              <a:ext uri="{FF2B5EF4-FFF2-40B4-BE49-F238E27FC236}">
                <a16:creationId xmlns:a16="http://schemas.microsoft.com/office/drawing/2014/main" id="{03E5A125-B481-81D0-64DD-384877EA5C4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20" name="Pladsholder til tekst 19">
            <a:extLst>
              <a:ext uri="{FF2B5EF4-FFF2-40B4-BE49-F238E27FC236}">
                <a16:creationId xmlns:a16="http://schemas.microsoft.com/office/drawing/2014/main" id="{5BFC0B65-DF38-2A65-D1D4-087E4371B0A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21" name="Pladsholder til indhold 20">
            <a:extLst>
              <a:ext uri="{FF2B5EF4-FFF2-40B4-BE49-F238E27FC236}">
                <a16:creationId xmlns:a16="http://schemas.microsoft.com/office/drawing/2014/main" id="{63B90A2D-8702-04E4-3346-B7CA6EC24457}"/>
              </a:ext>
            </a:extLst>
          </p:cNvPr>
          <p:cNvSpPr>
            <a:spLocks noGrp="1"/>
          </p:cNvSpPr>
          <p:nvPr>
            <p:ph idx="34"/>
          </p:nvPr>
        </p:nvSpPr>
        <p:spPr/>
        <p:txBody>
          <a:bodyPr/>
          <a:lstStyle/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8079713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84D0AB-EB7D-8061-1E9A-E60384EC2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Pladsholder til slidenummer 2">
            <a:extLst>
              <a:ext uri="{FF2B5EF4-FFF2-40B4-BE49-F238E27FC236}">
                <a16:creationId xmlns:a16="http://schemas.microsoft.com/office/drawing/2014/main" id="{4345BBB1-1E0D-3968-3125-11C5026728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7FA8C2-600D-420D-8C79-33897368C59E}" type="slidenum">
              <a:rPr lang="da-DK" smtClean="0"/>
              <a:t>3</a:t>
            </a:fld>
            <a:endParaRPr lang="da-DK" dirty="0"/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4079AADB-0058-0427-C15C-7F93F5DB5983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indhold 4">
            <a:extLst>
              <a:ext uri="{FF2B5EF4-FFF2-40B4-BE49-F238E27FC236}">
                <a16:creationId xmlns:a16="http://schemas.microsoft.com/office/drawing/2014/main" id="{96102A40-CF49-035B-0803-D6076878C6E1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145584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B24381-6097-85A0-5B84-848106370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Pladsholder til slidenummer 2">
            <a:extLst>
              <a:ext uri="{FF2B5EF4-FFF2-40B4-BE49-F238E27FC236}">
                <a16:creationId xmlns:a16="http://schemas.microsoft.com/office/drawing/2014/main" id="{2F6381B5-968E-1BFE-22CA-3990691FAA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7FA8C2-600D-420D-8C79-33897368C59E}" type="slidenum">
              <a:rPr lang="da-DK" smtClean="0"/>
              <a:t>4</a:t>
            </a:fld>
            <a:endParaRPr lang="da-DK" dirty="0"/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30C43B7E-92A7-5B71-3B37-56BD15C9A3F1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9770064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D09080-A7D8-FFA0-01E3-00C2117D0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7D79EE77-C64D-811F-C379-39373742B4DA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564C2B44-5AC6-6117-A627-D4B55C428466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diagram 4">
            <a:extLst>
              <a:ext uri="{FF2B5EF4-FFF2-40B4-BE49-F238E27FC236}">
                <a16:creationId xmlns:a16="http://schemas.microsoft.com/office/drawing/2014/main" id="{A0541EA2-52E2-18E3-E452-036AE2EA9994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0438563B-A411-5883-C974-9178A1781B79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03A578E1-CA6C-4D3D-5408-5B447E04F7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77FA8C2-600D-420D-8C79-33897368C59E}" type="slidenum">
              <a:rPr lang="da-DK" smtClean="0"/>
              <a:pPr/>
              <a:t>5</a:t>
            </a:fld>
            <a:endParaRPr lang="da-DK" dirty="0"/>
          </a:p>
        </p:txBody>
      </p:sp>
      <p:sp>
        <p:nvSpPr>
          <p:cNvPr id="8" name="Pladsholder til indhold 7">
            <a:extLst>
              <a:ext uri="{FF2B5EF4-FFF2-40B4-BE49-F238E27FC236}">
                <a16:creationId xmlns:a16="http://schemas.microsoft.com/office/drawing/2014/main" id="{E9AA4E22-D93D-9143-90AA-805D2D3C6AAB}"/>
              </a:ext>
            </a:extLst>
          </p:cNvPr>
          <p:cNvSpPr>
            <a:spLocks noGrp="1"/>
          </p:cNvSpPr>
          <p:nvPr>
            <p:ph idx="18"/>
          </p:nvPr>
        </p:nvSpPr>
        <p:spPr/>
        <p:txBody>
          <a:bodyPr/>
          <a:lstStyle/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035175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4769190"/>
      </p:ext>
    </p:extLst>
  </p:cSld>
  <p:clrMapOvr>
    <a:masterClrMapping/>
  </p:clrMapOvr>
</p:sld>
</file>

<file path=ppt/theme/theme1.xml><?xml version="1.0" encoding="utf-8"?>
<a:theme xmlns:a="http://schemas.openxmlformats.org/drawingml/2006/main" name="Test til ny master">
  <a:themeElements>
    <a:clrScheme name="PPIM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5C5F4A"/>
      </a:accent1>
      <a:accent2>
        <a:srgbClr val="0B3041"/>
      </a:accent2>
      <a:accent3>
        <a:srgbClr val="775F55"/>
      </a:accent3>
      <a:accent4>
        <a:srgbClr val="96A2B8"/>
      </a:accent4>
      <a:accent5>
        <a:srgbClr val="B49C8E"/>
      </a:accent5>
      <a:accent6>
        <a:srgbClr val="5B677D"/>
      </a:accent6>
      <a:hlink>
        <a:srgbClr val="F7B615"/>
      </a:hlink>
      <a:folHlink>
        <a:srgbClr val="C28C06"/>
      </a:folHlink>
    </a:clrScheme>
    <a:fontScheme name="Master">
      <a:majorFont>
        <a:latin typeface="Baskerville Old Face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2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6B882AE8C20DC458EC1E712FA8CC499" ma:contentTypeVersion="7" ma:contentTypeDescription="Create a new document." ma:contentTypeScope="" ma:versionID="fcf7af21ab63afd0fdd75f5683e73e03">
  <xsd:schema xmlns:xsd="http://www.w3.org/2001/XMLSchema" xmlns:xs="http://www.w3.org/2001/XMLSchema" xmlns:p="http://schemas.microsoft.com/office/2006/metadata/properties" xmlns:ns3="99538d2a-3963-4e9f-b479-21185d147228" xmlns:ns4="c587d449-4521-4418-bafa-ba0f9c315dd1" targetNamespace="http://schemas.microsoft.com/office/2006/metadata/properties" ma:root="true" ma:fieldsID="033bd692e80f495089b990a126eb7676" ns3:_="" ns4:_="">
    <xsd:import namespace="99538d2a-3963-4e9f-b479-21185d147228"/>
    <xsd:import namespace="c587d449-4521-4418-bafa-ba0f9c315dd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EventHashCode" minOccurs="0"/>
                <xsd:element ref="ns3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9538d2a-3963-4e9f-b479-21185d14722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87d449-4521-4418-bafa-ba0f9c315dd1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description="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5F4892E-A357-4F16-A2A4-9AE0B843270F}">
  <ds:schemaRefs>
    <ds:schemaRef ds:uri="http://www.w3.org/XML/1998/namespace"/>
    <ds:schemaRef ds:uri="http://schemas.microsoft.com/office/2006/documentManagement/types"/>
    <ds:schemaRef ds:uri="99538d2a-3963-4e9f-b479-21185d147228"/>
    <ds:schemaRef ds:uri="http://schemas.microsoft.com/office/2006/metadata/properties"/>
    <ds:schemaRef ds:uri="http://purl.org/dc/dcmitype/"/>
    <ds:schemaRef ds:uri="http://purl.org/dc/elements/1.1/"/>
    <ds:schemaRef ds:uri="c587d449-4521-4418-bafa-ba0f9c315dd1"/>
    <ds:schemaRef ds:uri="http://schemas.microsoft.com/office/infopath/2007/PartnerControls"/>
    <ds:schemaRef ds:uri="http://schemas.openxmlformats.org/package/2006/metadata/core-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CABE100E-FF14-41F8-A3FA-C01805B249E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04AFCB5-9461-4AA4-B6C1-B1BC25709EE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9538d2a-3963-4e9f-b479-21185d147228"/>
    <ds:schemaRef ds:uri="c587d449-4521-4418-bafa-ba0f9c315dd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45992</TotalTime>
  <Words>6</Words>
  <Application>Microsoft Office PowerPoint</Application>
  <PresentationFormat>Brugerdefineret</PresentationFormat>
  <Paragraphs>6</Paragraphs>
  <Slides>6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5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6</vt:i4>
      </vt:variant>
    </vt:vector>
  </HeadingPairs>
  <TitlesOfParts>
    <vt:vector size="12" baseType="lpstr">
      <vt:lpstr>Aptos</vt:lpstr>
      <vt:lpstr>Arial</vt:lpstr>
      <vt:lpstr>Baskerville Old Face</vt:lpstr>
      <vt:lpstr>Calibri</vt:lpstr>
      <vt:lpstr>Gill Sans MT</vt:lpstr>
      <vt:lpstr>Test til ny master</vt:lpstr>
      <vt:lpstr>Titel</vt:lpstr>
      <vt:lpstr>PowerPoint-præsentation</vt:lpstr>
      <vt:lpstr>PowerPoint-præsentation</vt:lpstr>
      <vt:lpstr>PowerPoint-præsentation</vt:lpstr>
      <vt:lpstr>PowerPoint-præsentation</vt:lpstr>
      <vt:lpstr>PowerPoint-præsentation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PowerPoint-præsentation</dc:title>
  <dc:creator>Mark Iversen</dc:creator>
  <cp:lastModifiedBy>Rasmus Klitte Andersen</cp:lastModifiedBy>
  <cp:revision>1074</cp:revision>
  <cp:lastPrinted>2024-10-29T13:53:47Z</cp:lastPrinted>
  <dcterms:created xsi:type="dcterms:W3CDTF">2018-07-20T08:43:38Z</dcterms:created>
  <dcterms:modified xsi:type="dcterms:W3CDTF">2026-04-01T07:45:16Z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0x010100A6B882AE8C20DC458EC1E712FA8CC499</vt:lpwstr>
  </property>
</Properties>
</file>